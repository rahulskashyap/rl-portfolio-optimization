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S" userId="c617f40a7017f57d" providerId="LiveId" clId="{8161AE02-A538-4E94-A7B8-453AC86DCB18}"/>
    <pc:docChg chg="undo redo custSel addSld delSld modSld">
      <pc:chgData name="Rahul S" userId="c617f40a7017f57d" providerId="LiveId" clId="{8161AE02-A538-4E94-A7B8-453AC86DCB18}" dt="2026-04-28T15:51:34.770" v="1299" actId="313"/>
      <pc:docMkLst>
        <pc:docMk/>
      </pc:docMkLst>
      <pc:sldChg chg="addSp delSp modSp add mod">
        <pc:chgData name="Rahul S" userId="c617f40a7017f57d" providerId="LiveId" clId="{8161AE02-A538-4E94-A7B8-453AC86DCB18}" dt="2026-04-18T03:53:49.584" v="1276" actId="1076"/>
        <pc:sldMkLst>
          <pc:docMk/>
          <pc:sldMk cId="0" sldId="257"/>
        </pc:sldMkLst>
        <pc:spChg chg="mod">
          <ac:chgData name="Rahul S" userId="c617f40a7017f57d" providerId="LiveId" clId="{8161AE02-A538-4E94-A7B8-453AC86DCB18}" dt="2026-04-18T03:12:27.632" v="634" actId="113"/>
          <ac:spMkLst>
            <pc:docMk/>
            <pc:sldMk cId="0" sldId="257"/>
            <ac:spMk id="7" creationId="{00000000-0000-0000-0000-000000000000}"/>
          </ac:spMkLst>
        </pc:spChg>
        <pc:spChg chg="mod">
          <ac:chgData name="Rahul S" userId="c617f40a7017f57d" providerId="LiveId" clId="{8161AE02-A538-4E94-A7B8-453AC86DCB18}" dt="2026-04-18T03:53:41.301" v="1275" actId="1076"/>
          <ac:spMkLst>
            <pc:docMk/>
            <pc:sldMk cId="0" sldId="257"/>
            <ac:spMk id="11" creationId="{00000000-0000-0000-0000-000000000000}"/>
          </ac:spMkLst>
        </pc:spChg>
        <pc:spChg chg="mod">
          <ac:chgData name="Rahul S" userId="c617f40a7017f57d" providerId="LiveId" clId="{8161AE02-A538-4E94-A7B8-453AC86DCB18}" dt="2026-04-18T03:53:49.584" v="1276" actId="107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ahul S" userId="c617f40a7017f57d" providerId="LiveId" clId="{8161AE02-A538-4E94-A7B8-453AC86DCB18}" dt="2026-04-18T03:18:08.722" v="808" actId="20577"/>
          <ac:spMkLst>
            <pc:docMk/>
            <pc:sldMk cId="0" sldId="257"/>
            <ac:spMk id="13" creationId="{00000000-0000-0000-0000-000000000000}"/>
          </ac:spMkLst>
        </pc:spChg>
        <pc:grpChg chg="add del mod">
          <ac:chgData name="Rahul S" userId="c617f40a7017f57d" providerId="LiveId" clId="{8161AE02-A538-4E94-A7B8-453AC86DCB18}" dt="2026-04-18T03:53:32.700" v="1274" actId="1076"/>
          <ac:grpSpMkLst>
            <pc:docMk/>
            <pc:sldMk cId="0" sldId="257"/>
            <ac:grpSpMk id="8" creationId="{00000000-0000-0000-0000-000000000000}"/>
          </ac:grpSpMkLst>
        </pc:grpChg>
      </pc:sldChg>
      <pc:sldChg chg="addSp modSp new mod">
        <pc:chgData name="Rahul S" userId="c617f40a7017f57d" providerId="LiveId" clId="{8161AE02-A538-4E94-A7B8-453AC86DCB18}" dt="2026-04-18T03:28:11.355" v="899"/>
        <pc:sldMkLst>
          <pc:docMk/>
          <pc:sldMk cId="269755156" sldId="258"/>
        </pc:sldMkLst>
        <pc:spChg chg="mod">
          <ac:chgData name="Rahul S" userId="c617f40a7017f57d" providerId="LiveId" clId="{8161AE02-A538-4E94-A7B8-453AC86DCB18}" dt="2026-04-18T03:25:37.118" v="895" actId="1076"/>
          <ac:spMkLst>
            <pc:docMk/>
            <pc:sldMk cId="269755156" sldId="258"/>
            <ac:spMk id="2" creationId="{96B323E2-7456-ADB2-CB3E-E83129B76B52}"/>
          </ac:spMkLst>
        </pc:spChg>
        <pc:spChg chg="mod">
          <ac:chgData name="Rahul S" userId="c617f40a7017f57d" providerId="LiveId" clId="{8161AE02-A538-4E94-A7B8-453AC86DCB18}" dt="2026-04-18T03:25:33.443" v="894" actId="1076"/>
          <ac:spMkLst>
            <pc:docMk/>
            <pc:sldMk cId="269755156" sldId="258"/>
            <ac:spMk id="3" creationId="{65CC0865-573F-E679-57EE-466D7DB24869}"/>
          </ac:spMkLst>
        </pc:spChg>
        <pc:picChg chg="add mod">
          <ac:chgData name="Rahul S" userId="c617f40a7017f57d" providerId="LiveId" clId="{8161AE02-A538-4E94-A7B8-453AC86DCB18}" dt="2026-04-18T03:24:55.399" v="889"/>
          <ac:picMkLst>
            <pc:docMk/>
            <pc:sldMk cId="269755156" sldId="258"/>
            <ac:picMk id="4" creationId="{DA2BB057-ED0D-FBD9-7F8E-41D67F759ACE}"/>
          </ac:picMkLst>
        </pc:picChg>
        <pc:picChg chg="add mod">
          <ac:chgData name="Rahul S" userId="c617f40a7017f57d" providerId="LiveId" clId="{8161AE02-A538-4E94-A7B8-453AC86DCB18}" dt="2026-04-18T03:25:07.664" v="890"/>
          <ac:picMkLst>
            <pc:docMk/>
            <pc:sldMk cId="269755156" sldId="258"/>
            <ac:picMk id="5" creationId="{8E14D403-8A27-A104-ED27-82DC0554730E}"/>
          </ac:picMkLst>
        </pc:picChg>
        <pc:picChg chg="add mod">
          <ac:chgData name="Rahul S" userId="c617f40a7017f57d" providerId="LiveId" clId="{8161AE02-A538-4E94-A7B8-453AC86DCB18}" dt="2026-04-18T03:25:16.542" v="891"/>
          <ac:picMkLst>
            <pc:docMk/>
            <pc:sldMk cId="269755156" sldId="258"/>
            <ac:picMk id="6" creationId="{2C910000-6615-A483-0C51-985A928D5999}"/>
          </ac:picMkLst>
        </pc:picChg>
        <pc:picChg chg="add mod">
          <ac:chgData name="Rahul S" userId="c617f40a7017f57d" providerId="LiveId" clId="{8161AE02-A538-4E94-A7B8-453AC86DCB18}" dt="2026-04-18T03:25:22.319" v="892"/>
          <ac:picMkLst>
            <pc:docMk/>
            <pc:sldMk cId="269755156" sldId="258"/>
            <ac:picMk id="7" creationId="{F0663073-76C4-71F7-D45F-5CE1A1598010}"/>
          </ac:picMkLst>
        </pc:picChg>
      </pc:sldChg>
      <pc:sldChg chg="addSp modSp new mod">
        <pc:chgData name="Rahul S" userId="c617f40a7017f57d" providerId="LiveId" clId="{8161AE02-A538-4E94-A7B8-453AC86DCB18}" dt="2026-04-18T03:35:12.732" v="970" actId="1076"/>
        <pc:sldMkLst>
          <pc:docMk/>
          <pc:sldMk cId="2970203257" sldId="259"/>
        </pc:sldMkLst>
        <pc:spChg chg="mod">
          <ac:chgData name="Rahul S" userId="c617f40a7017f57d" providerId="LiveId" clId="{8161AE02-A538-4E94-A7B8-453AC86DCB18}" dt="2026-04-18T03:34:18.088" v="963" actId="1076"/>
          <ac:spMkLst>
            <pc:docMk/>
            <pc:sldMk cId="2970203257" sldId="259"/>
            <ac:spMk id="2" creationId="{47FE147F-AC27-4965-B438-84CD57193462}"/>
          </ac:spMkLst>
        </pc:spChg>
        <pc:spChg chg="mod">
          <ac:chgData name="Rahul S" userId="c617f40a7017f57d" providerId="LiveId" clId="{8161AE02-A538-4E94-A7B8-453AC86DCB18}" dt="2026-04-18T03:34:31.721" v="965" actId="1076"/>
          <ac:spMkLst>
            <pc:docMk/>
            <pc:sldMk cId="2970203257" sldId="259"/>
            <ac:spMk id="3" creationId="{AAE68695-FC02-4011-ADBD-C494ACF8395B}"/>
          </ac:spMkLst>
        </pc:spChg>
        <pc:picChg chg="add mod">
          <ac:chgData name="Rahul S" userId="c617f40a7017f57d" providerId="LiveId" clId="{8161AE02-A538-4E94-A7B8-453AC86DCB18}" dt="2026-04-18T03:28:08.925" v="898"/>
          <ac:picMkLst>
            <pc:docMk/>
            <pc:sldMk cId="2970203257" sldId="259"/>
            <ac:picMk id="4" creationId="{2543F351-E749-90A7-0B9F-8358AEA0CDFD}"/>
          </ac:picMkLst>
        </pc:picChg>
        <pc:picChg chg="add mod">
          <ac:chgData name="Rahul S" userId="c617f40a7017f57d" providerId="LiveId" clId="{8161AE02-A538-4E94-A7B8-453AC86DCB18}" dt="2026-04-18T03:28:42.867" v="903" actId="1076"/>
          <ac:picMkLst>
            <pc:docMk/>
            <pc:sldMk cId="2970203257" sldId="259"/>
            <ac:picMk id="5" creationId="{FB0EDBEB-8526-BF27-5052-405A71528ADA}"/>
          </ac:picMkLst>
        </pc:picChg>
        <pc:picChg chg="add mod">
          <ac:chgData name="Rahul S" userId="c617f40a7017f57d" providerId="LiveId" clId="{8161AE02-A538-4E94-A7B8-453AC86DCB18}" dt="2026-04-18T03:35:12.732" v="970" actId="1076"/>
          <ac:picMkLst>
            <pc:docMk/>
            <pc:sldMk cId="2970203257" sldId="259"/>
            <ac:picMk id="6" creationId="{80CD1B5C-8461-1A8B-79A9-4D5D12949BB0}"/>
          </ac:picMkLst>
        </pc:picChg>
        <pc:picChg chg="add mod">
          <ac:chgData name="Rahul S" userId="c617f40a7017f57d" providerId="LiveId" clId="{8161AE02-A538-4E94-A7B8-453AC86DCB18}" dt="2026-04-18T03:28:31.176" v="902"/>
          <ac:picMkLst>
            <pc:docMk/>
            <pc:sldMk cId="2970203257" sldId="259"/>
            <ac:picMk id="7" creationId="{4AAD7EE0-42B7-AD36-A179-8D839FA387A3}"/>
          </ac:picMkLst>
        </pc:picChg>
      </pc:sldChg>
      <pc:sldChg chg="addSp delSp modSp new mod">
        <pc:chgData name="Rahul S" userId="c617f40a7017f57d" providerId="LiveId" clId="{8161AE02-A538-4E94-A7B8-453AC86DCB18}" dt="2026-04-18T03:41:02.515" v="998" actId="478"/>
        <pc:sldMkLst>
          <pc:docMk/>
          <pc:sldMk cId="344426158" sldId="260"/>
        </pc:sldMkLst>
        <pc:spChg chg="mod">
          <ac:chgData name="Rahul S" userId="c617f40a7017f57d" providerId="LiveId" clId="{8161AE02-A538-4E94-A7B8-453AC86DCB18}" dt="2026-04-18T03:37:20.469" v="985" actId="14100"/>
          <ac:spMkLst>
            <pc:docMk/>
            <pc:sldMk cId="344426158" sldId="260"/>
            <ac:spMk id="3" creationId="{90C04DC2-1BFA-12F4-0E2F-E741DE627FD0}"/>
          </ac:spMkLst>
        </pc:spChg>
        <pc:picChg chg="add mod">
          <ac:chgData name="Rahul S" userId="c617f40a7017f57d" providerId="LiveId" clId="{8161AE02-A538-4E94-A7B8-453AC86DCB18}" dt="2026-04-18T03:34:45.961" v="967"/>
          <ac:picMkLst>
            <pc:docMk/>
            <pc:sldMk cId="344426158" sldId="260"/>
            <ac:picMk id="4" creationId="{38628D8D-77AF-C20D-A354-445E280CF31E}"/>
          </ac:picMkLst>
        </pc:picChg>
        <pc:picChg chg="add mod">
          <ac:chgData name="Rahul S" userId="c617f40a7017f57d" providerId="LiveId" clId="{8161AE02-A538-4E94-A7B8-453AC86DCB18}" dt="2026-04-18T03:34:50.469" v="968"/>
          <ac:picMkLst>
            <pc:docMk/>
            <pc:sldMk cId="344426158" sldId="260"/>
            <ac:picMk id="5" creationId="{B29EAA1A-EC2C-A3F0-150B-E946BBE177AD}"/>
          </ac:picMkLst>
        </pc:picChg>
        <pc:picChg chg="add mod">
          <ac:chgData name="Rahul S" userId="c617f40a7017f57d" providerId="LiveId" clId="{8161AE02-A538-4E94-A7B8-453AC86DCB18}" dt="2026-04-18T03:35:17.253" v="971"/>
          <ac:picMkLst>
            <pc:docMk/>
            <pc:sldMk cId="344426158" sldId="260"/>
            <ac:picMk id="6" creationId="{98F4B238-DDE4-EC21-5403-A392F315078F}"/>
          </ac:picMkLst>
        </pc:picChg>
        <pc:picChg chg="add mod">
          <ac:chgData name="Rahul S" userId="c617f40a7017f57d" providerId="LiveId" clId="{8161AE02-A538-4E94-A7B8-453AC86DCB18}" dt="2026-04-18T03:35:24.362" v="972"/>
          <ac:picMkLst>
            <pc:docMk/>
            <pc:sldMk cId="344426158" sldId="260"/>
            <ac:picMk id="7" creationId="{3152A62B-4ECE-63E3-3F6E-0841BC6C4A50}"/>
          </ac:picMkLst>
        </pc:picChg>
      </pc:sldChg>
      <pc:sldChg chg="addSp modSp add mod">
        <pc:chgData name="Rahul S" userId="c617f40a7017f57d" providerId="LiveId" clId="{8161AE02-A538-4E94-A7B8-453AC86DCB18}" dt="2026-04-28T15:51:34.770" v="1299" actId="313"/>
        <pc:sldMkLst>
          <pc:docMk/>
          <pc:sldMk cId="1131395295" sldId="261"/>
        </pc:sldMkLst>
        <pc:spChg chg="mod">
          <ac:chgData name="Rahul S" userId="c617f40a7017f57d" providerId="LiveId" clId="{8161AE02-A538-4E94-A7B8-453AC86DCB18}" dt="2026-04-18T03:39:49.747" v="994" actId="1076"/>
          <ac:spMkLst>
            <pc:docMk/>
            <pc:sldMk cId="1131395295" sldId="261"/>
            <ac:spMk id="2" creationId="{132F4B89-604E-9FDF-7EC1-3AE880B1DE31}"/>
          </ac:spMkLst>
        </pc:spChg>
        <pc:spChg chg="mod">
          <ac:chgData name="Rahul S" userId="c617f40a7017f57d" providerId="LiveId" clId="{8161AE02-A538-4E94-A7B8-453AC86DCB18}" dt="2026-04-28T15:51:34.770" v="1299" actId="313"/>
          <ac:spMkLst>
            <pc:docMk/>
            <pc:sldMk cId="1131395295" sldId="261"/>
            <ac:spMk id="3" creationId="{8696DA87-E06C-CCAC-ED5F-4E5E89D4640F}"/>
          </ac:spMkLst>
        </pc:spChg>
        <pc:picChg chg="add mod">
          <ac:chgData name="Rahul S" userId="c617f40a7017f57d" providerId="LiveId" clId="{8161AE02-A538-4E94-A7B8-453AC86DCB18}" dt="2026-04-18T03:35:26.532" v="973"/>
          <ac:picMkLst>
            <pc:docMk/>
            <pc:sldMk cId="1131395295" sldId="261"/>
            <ac:picMk id="6" creationId="{19F8730A-DC36-6068-6F1C-FCBEEF75E9FA}"/>
          </ac:picMkLst>
        </pc:picChg>
        <pc:picChg chg="add mod">
          <ac:chgData name="Rahul S" userId="c617f40a7017f57d" providerId="LiveId" clId="{8161AE02-A538-4E94-A7B8-453AC86DCB18}" dt="2026-04-18T03:35:31.912" v="974"/>
          <ac:picMkLst>
            <pc:docMk/>
            <pc:sldMk cId="1131395295" sldId="261"/>
            <ac:picMk id="7" creationId="{311779B9-3A65-8946-6DA9-760B85AEDD0A}"/>
          </ac:picMkLst>
        </pc:picChg>
      </pc:sldChg>
      <pc:sldChg chg="addSp delSp modSp new mod">
        <pc:chgData name="Rahul S" userId="c617f40a7017f57d" providerId="LiveId" clId="{8161AE02-A538-4E94-A7B8-453AC86DCB18}" dt="2026-04-18T03:46:56.553" v="1214" actId="1076"/>
        <pc:sldMkLst>
          <pc:docMk/>
          <pc:sldMk cId="2752775654" sldId="262"/>
        </pc:sldMkLst>
        <pc:spChg chg="mod">
          <ac:chgData name="Rahul S" userId="c617f40a7017f57d" providerId="LiveId" clId="{8161AE02-A538-4E94-A7B8-453AC86DCB18}" dt="2026-04-18T03:46:56.553" v="1214" actId="1076"/>
          <ac:spMkLst>
            <pc:docMk/>
            <pc:sldMk cId="2752775654" sldId="262"/>
            <ac:spMk id="3" creationId="{37E62831-7DA6-3D15-12B6-4713214BE3DC}"/>
          </ac:spMkLst>
        </pc:spChg>
        <pc:picChg chg="add mod">
          <ac:chgData name="Rahul S" userId="c617f40a7017f57d" providerId="LiveId" clId="{8161AE02-A538-4E94-A7B8-453AC86DCB18}" dt="2026-04-18T03:42:11.535" v="1028"/>
          <ac:picMkLst>
            <pc:docMk/>
            <pc:sldMk cId="2752775654" sldId="262"/>
            <ac:picMk id="4" creationId="{25F43BD2-B648-D0A9-3F42-98333CEF7BB4}"/>
          </ac:picMkLst>
        </pc:picChg>
        <pc:picChg chg="add mod">
          <ac:chgData name="Rahul S" userId="c617f40a7017f57d" providerId="LiveId" clId="{8161AE02-A538-4E94-A7B8-453AC86DCB18}" dt="2026-04-18T03:42:20.608" v="1029"/>
          <ac:picMkLst>
            <pc:docMk/>
            <pc:sldMk cId="2752775654" sldId="262"/>
            <ac:picMk id="5" creationId="{98B9DB33-B6C9-4B77-A082-9AD926E308C3}"/>
          </ac:picMkLst>
        </pc:picChg>
        <pc:picChg chg="add mod">
          <ac:chgData name="Rahul S" userId="c617f40a7017f57d" providerId="LiveId" clId="{8161AE02-A538-4E94-A7B8-453AC86DCB18}" dt="2026-04-18T03:42:25.951" v="1030"/>
          <ac:picMkLst>
            <pc:docMk/>
            <pc:sldMk cId="2752775654" sldId="262"/>
            <ac:picMk id="6" creationId="{22C06A7B-4E06-7FF2-1B79-BBE2078D6BA4}"/>
          </ac:picMkLst>
        </pc:picChg>
        <pc:picChg chg="add mod">
          <ac:chgData name="Rahul S" userId="c617f40a7017f57d" providerId="LiveId" clId="{8161AE02-A538-4E94-A7B8-453AC86DCB18}" dt="2026-04-18T03:42:30.402" v="1031"/>
          <ac:picMkLst>
            <pc:docMk/>
            <pc:sldMk cId="2752775654" sldId="262"/>
            <ac:picMk id="7" creationId="{468F8357-E7A4-9D68-E56C-7C73F35E3143}"/>
          </ac:picMkLst>
        </pc:picChg>
      </pc:sldChg>
      <pc:sldChg chg="modSp add mod">
        <pc:chgData name="Rahul S" userId="c617f40a7017f57d" providerId="LiveId" clId="{8161AE02-A538-4E94-A7B8-453AC86DCB18}" dt="2026-04-18T03:48:45.490" v="1237" actId="113"/>
        <pc:sldMkLst>
          <pc:docMk/>
          <pc:sldMk cId="4222146072" sldId="263"/>
        </pc:sldMkLst>
        <pc:spChg chg="mod">
          <ac:chgData name="Rahul S" userId="c617f40a7017f57d" providerId="LiveId" clId="{8161AE02-A538-4E94-A7B8-453AC86DCB18}" dt="2026-04-18T03:48:45.490" v="1237" actId="113"/>
          <ac:spMkLst>
            <pc:docMk/>
            <pc:sldMk cId="4222146072" sldId="263"/>
            <ac:spMk id="2" creationId="{B60C03A0-72C9-51A4-695C-072DB237074C}"/>
          </ac:spMkLst>
        </pc:spChg>
        <pc:spChg chg="mod">
          <ac:chgData name="Rahul S" userId="c617f40a7017f57d" providerId="LiveId" clId="{8161AE02-A538-4E94-A7B8-453AC86DCB18}" dt="2026-04-18T03:48:23.978" v="1234" actId="20577"/>
          <ac:spMkLst>
            <pc:docMk/>
            <pc:sldMk cId="4222146072" sldId="263"/>
            <ac:spMk id="3" creationId="{29C16846-1AB3-AE46-DADF-EB0CDB35CCC9}"/>
          </ac:spMkLst>
        </pc:spChg>
      </pc:sldChg>
      <pc:sldChg chg="modSp add mod">
        <pc:chgData name="Rahul S" userId="c617f40a7017f57d" providerId="LiveId" clId="{8161AE02-A538-4E94-A7B8-453AC86DCB18}" dt="2026-04-18T03:50:49.638" v="1261" actId="1076"/>
        <pc:sldMkLst>
          <pc:docMk/>
          <pc:sldMk cId="3780270024" sldId="264"/>
        </pc:sldMkLst>
        <pc:spChg chg="mod">
          <ac:chgData name="Rahul S" userId="c617f40a7017f57d" providerId="LiveId" clId="{8161AE02-A538-4E94-A7B8-453AC86DCB18}" dt="2026-04-18T03:49:17.062" v="1241" actId="1076"/>
          <ac:spMkLst>
            <pc:docMk/>
            <pc:sldMk cId="3780270024" sldId="264"/>
            <ac:spMk id="2" creationId="{CE39D0C8-2FEB-5168-FFEB-002C5C2B915B}"/>
          </ac:spMkLst>
        </pc:spChg>
        <pc:spChg chg="mod">
          <ac:chgData name="Rahul S" userId="c617f40a7017f57d" providerId="LiveId" clId="{8161AE02-A538-4E94-A7B8-453AC86DCB18}" dt="2026-04-18T03:50:49.638" v="1261" actId="1076"/>
          <ac:spMkLst>
            <pc:docMk/>
            <pc:sldMk cId="3780270024" sldId="264"/>
            <ac:spMk id="3" creationId="{3E508BE3-3D1B-6E71-AA4A-F4339F8A2B76}"/>
          </ac:spMkLst>
        </pc:spChg>
      </pc:sldChg>
      <pc:sldChg chg="modSp add mod">
        <pc:chgData name="Rahul S" userId="c617f40a7017f57d" providerId="LiveId" clId="{8161AE02-A538-4E94-A7B8-453AC86DCB18}" dt="2026-04-18T03:52:15.811" v="1272" actId="1076"/>
        <pc:sldMkLst>
          <pc:docMk/>
          <pc:sldMk cId="1115544366" sldId="265"/>
        </pc:sldMkLst>
        <pc:spChg chg="mod">
          <ac:chgData name="Rahul S" userId="c617f40a7017f57d" providerId="LiveId" clId="{8161AE02-A538-4E94-A7B8-453AC86DCB18}" dt="2026-04-18T03:51:11.571" v="1265" actId="1076"/>
          <ac:spMkLst>
            <pc:docMk/>
            <pc:sldMk cId="1115544366" sldId="265"/>
            <ac:spMk id="2" creationId="{3E0F5E71-ECFC-4CA5-6727-3173F453504F}"/>
          </ac:spMkLst>
        </pc:spChg>
        <pc:spChg chg="mod">
          <ac:chgData name="Rahul S" userId="c617f40a7017f57d" providerId="LiveId" clId="{8161AE02-A538-4E94-A7B8-453AC86DCB18}" dt="2026-04-18T03:52:15.811" v="1272" actId="1076"/>
          <ac:spMkLst>
            <pc:docMk/>
            <pc:sldMk cId="1115544366" sldId="265"/>
            <ac:spMk id="3" creationId="{75E978F6-ADDB-5EB7-0988-5378429180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A297A-95C7-EF4F-18F6-15653E2ED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39D27-C4A0-A398-5DE1-090A4F62D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6F5CC-FA8B-E449-FB5E-DE518719D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5E44E-F62D-C7E2-4262-004B9B6F9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13DF7-AF5B-0452-3081-7E9CD60F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24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2067E-4274-4054-E995-CFA9323C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E3AEF-94CA-5599-F0A3-1AE565F55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9B5A0-A6B6-F856-832D-6345A63BF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1CE14-F04E-7EA9-B3C8-27639E707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1616-E6C8-29A3-E77F-7074A6D32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206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54CE-571C-B0A5-629B-5BF17F43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A9CAE-8616-4B55-AA3F-9AC200059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BECF4-83B4-38A1-A7E5-E3347469D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4F068-E3C5-4AC1-9ADF-9DDC6241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49F40-7BCB-6D8C-4509-C53585FD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288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F23B2-C6B1-B0E6-6401-92A4C7B98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0D79A-5A72-0972-8079-3DE0D5134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A1DE6-921D-1714-A469-C6D87581D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DDEEB5-867D-2749-200B-DD57E431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6E852-1ECE-87C4-CC0B-2A2DD1E6E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BF96-6746-C217-3327-7F8F9911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82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3F2EE-2720-930A-9D8C-9F1AD1A93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65652-D1C5-30EC-08F6-1E3FD8D5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5B0FD-9AF0-4BD6-E148-75C18B3B6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9D1B4F-28BC-5E2D-B566-265040B98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49113C-BD55-0ECB-437E-C0A68BDE9A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1B83D-9926-18AB-E599-C86C150F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0E99B-CCD9-A9B7-7F69-6E7C00B06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BB971C-74FE-EBA4-1E52-A40697BA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81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7BD26-2082-1E07-1D3B-6C37531F6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B5DC16-C5B2-DA72-DAD5-0659D5BF3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08B69-D8CF-2F4E-D7AC-8E14484A9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AD653-7760-81B8-AE92-9CE910F10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008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06485-C693-3CEC-AED0-DA169BE08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02868-70D9-D309-58DE-D9DD1B36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AB199-7AC2-3048-3371-BB57786D4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517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70209-4B8D-63F8-D58A-A9EA771D7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07CFD-F427-373B-159C-2825C88AF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99347E-E099-E9F0-A23C-40808F348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BCAF2-ACF7-6D20-5CB5-81A126E17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19681-83F5-D592-E952-0731F096A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D0C0C-BC31-C2B0-62AE-75B9776B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9227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DE8CB-8406-9EDA-8356-A2636E27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1C70CB-F0CC-E7C5-C612-3C19E9423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9B038-D6DA-6ABF-D54F-4F32350C6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B327B-441E-59FF-9FE2-A0A352D4B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4A200-C5D7-84FB-F125-F4C6316BC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81043-0FDF-80A8-E547-42345964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33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E8200-19E9-18E8-5BF6-8BAE4086C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61752A-9EAC-B8FF-5AE0-13C142ECF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8C675-3CE7-D2BE-8113-393807C11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688C1-D469-EF46-B13F-46F36834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7873A-2CFF-1122-95C2-8E794FDB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757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658D02-1F65-2710-3EC1-751B5D89C5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49B92D-E17B-6407-706A-1F9E103F0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5DE9A-DAD9-8284-2D24-92F0CD096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EE9CF-C7BF-0A0E-5B41-325D613EB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3B97C-D53B-4B62-A388-E56E5D83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828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213F15-CFD6-225A-FA79-57A2B1F4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F2AF0-644B-57E4-5BD8-EF9C1AE61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0F77C-1755-3D08-9553-7FE4BD78A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7B61F-52F4-4788-AB5D-A181DB3BF48D}" type="datetimeFigureOut">
              <a:rPr lang="en-IN" smtClean="0"/>
              <a:t>28-04-2026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E95A4-218C-871C-8A9D-999E4E3B71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89F4F-1A8A-CCB4-5173-EA91A73927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1E24E-0418-4BB7-92B8-2E3175C680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29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2875" y="85725"/>
            <a:ext cx="1171575" cy="838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21610" y="950531"/>
            <a:ext cx="7914005" cy="754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865"/>
              </a:lnSpc>
              <a:spcBef>
                <a:spcPts val="100"/>
              </a:spcBef>
            </a:pPr>
            <a:r>
              <a:rPr sz="2400" spc="130" dirty="0">
                <a:solidFill>
                  <a:srgbClr val="4471C4"/>
                </a:solidFill>
              </a:rPr>
              <a:t>Dayananda</a:t>
            </a:r>
            <a:r>
              <a:rPr sz="2400" spc="300" dirty="0">
                <a:solidFill>
                  <a:srgbClr val="4471C4"/>
                </a:solidFill>
              </a:rPr>
              <a:t> </a:t>
            </a:r>
            <a:r>
              <a:rPr sz="2400" spc="130" dirty="0">
                <a:solidFill>
                  <a:srgbClr val="4471C4"/>
                </a:solidFill>
              </a:rPr>
              <a:t>Sagar</a:t>
            </a:r>
            <a:r>
              <a:rPr sz="2400" spc="295" dirty="0">
                <a:solidFill>
                  <a:srgbClr val="4471C4"/>
                </a:solidFill>
              </a:rPr>
              <a:t> </a:t>
            </a:r>
            <a:r>
              <a:rPr sz="2400" spc="130" dirty="0">
                <a:solidFill>
                  <a:srgbClr val="4471C4"/>
                </a:solidFill>
              </a:rPr>
              <a:t>University</a:t>
            </a:r>
            <a:r>
              <a:rPr sz="2400" spc="360" dirty="0">
                <a:solidFill>
                  <a:srgbClr val="4471C4"/>
                </a:solidFill>
              </a:rPr>
              <a:t> </a:t>
            </a:r>
            <a:r>
              <a:rPr sz="2400" dirty="0">
                <a:solidFill>
                  <a:srgbClr val="4471C4"/>
                </a:solidFill>
              </a:rPr>
              <a:t>(DSU)</a:t>
            </a:r>
            <a:r>
              <a:rPr sz="2400" spc="390" dirty="0">
                <a:solidFill>
                  <a:srgbClr val="4471C4"/>
                </a:solidFill>
              </a:rPr>
              <a:t> </a:t>
            </a:r>
            <a:r>
              <a:rPr sz="2400" dirty="0">
                <a:solidFill>
                  <a:srgbClr val="4471C4"/>
                </a:solidFill>
              </a:rPr>
              <a:t>-</a:t>
            </a:r>
            <a:r>
              <a:rPr sz="2400" spc="340" dirty="0">
                <a:solidFill>
                  <a:srgbClr val="4471C4"/>
                </a:solidFill>
              </a:rPr>
              <a:t> </a:t>
            </a:r>
            <a:r>
              <a:rPr sz="2400" spc="145" dirty="0">
                <a:solidFill>
                  <a:srgbClr val="4471C4"/>
                </a:solidFill>
              </a:rPr>
              <a:t>Main</a:t>
            </a:r>
            <a:r>
              <a:rPr sz="2400" spc="365" dirty="0">
                <a:solidFill>
                  <a:srgbClr val="4471C4"/>
                </a:solidFill>
              </a:rPr>
              <a:t> </a:t>
            </a:r>
            <a:r>
              <a:rPr sz="2400" spc="175" dirty="0">
                <a:solidFill>
                  <a:srgbClr val="4471C4"/>
                </a:solidFill>
              </a:rPr>
              <a:t>Campus</a:t>
            </a:r>
            <a:endParaRPr sz="2400" dirty="0"/>
          </a:p>
          <a:p>
            <a:pPr marR="1905" algn="ctr">
              <a:lnSpc>
                <a:spcPts val="2865"/>
              </a:lnSpc>
            </a:pPr>
            <a:r>
              <a:rPr sz="2400" spc="175" dirty="0">
                <a:solidFill>
                  <a:srgbClr val="4471C4"/>
                </a:solidFill>
              </a:rPr>
              <a:t>School</a:t>
            </a:r>
            <a:r>
              <a:rPr sz="2400" spc="310" dirty="0">
                <a:solidFill>
                  <a:srgbClr val="4471C4"/>
                </a:solidFill>
              </a:rPr>
              <a:t> </a:t>
            </a:r>
            <a:r>
              <a:rPr sz="2400" spc="125" dirty="0">
                <a:solidFill>
                  <a:srgbClr val="4471C4"/>
                </a:solidFill>
              </a:rPr>
              <a:t>of</a:t>
            </a:r>
            <a:r>
              <a:rPr sz="2400" spc="290" dirty="0">
                <a:solidFill>
                  <a:srgbClr val="4471C4"/>
                </a:solidFill>
              </a:rPr>
              <a:t> </a:t>
            </a:r>
            <a:r>
              <a:rPr sz="2400" spc="120" dirty="0">
                <a:solidFill>
                  <a:srgbClr val="4471C4"/>
                </a:solidFill>
              </a:rPr>
              <a:t>Engineering</a:t>
            </a:r>
            <a:endParaRPr sz="2400" dirty="0"/>
          </a:p>
        </p:txBody>
      </p:sp>
      <p:sp>
        <p:nvSpPr>
          <p:cNvPr id="7" name="object 7"/>
          <p:cNvSpPr txBox="1"/>
          <p:nvPr/>
        </p:nvSpPr>
        <p:spPr>
          <a:xfrm>
            <a:off x="1108710" y="1607235"/>
            <a:ext cx="10140315" cy="2686633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200" b="1" spc="60" dirty="0">
                <a:latin typeface="Cambria"/>
                <a:cs typeface="Cambria"/>
              </a:rPr>
              <a:t>Devarakaggalahalli,</a:t>
            </a:r>
            <a:r>
              <a:rPr sz="1200" b="1" spc="165" dirty="0">
                <a:latin typeface="Cambria"/>
                <a:cs typeface="Cambria"/>
              </a:rPr>
              <a:t> </a:t>
            </a:r>
            <a:r>
              <a:rPr sz="1200" b="1" spc="50" dirty="0">
                <a:latin typeface="Cambria"/>
                <a:cs typeface="Cambria"/>
              </a:rPr>
              <a:t>Harohalli</a:t>
            </a:r>
            <a:r>
              <a:rPr sz="1200" b="1" spc="175" dirty="0">
                <a:latin typeface="Cambria"/>
                <a:cs typeface="Cambria"/>
              </a:rPr>
              <a:t> </a:t>
            </a:r>
            <a:r>
              <a:rPr sz="1200" b="1" spc="60" dirty="0">
                <a:latin typeface="Cambria"/>
                <a:cs typeface="Cambria"/>
              </a:rPr>
              <a:t>Kanakapura</a:t>
            </a:r>
            <a:r>
              <a:rPr sz="1200" b="1" spc="185" dirty="0">
                <a:latin typeface="Cambria"/>
                <a:cs typeface="Cambria"/>
              </a:rPr>
              <a:t> </a:t>
            </a:r>
            <a:r>
              <a:rPr sz="1200" b="1" spc="85" dirty="0">
                <a:latin typeface="Cambria"/>
                <a:cs typeface="Cambria"/>
              </a:rPr>
              <a:t>Road,</a:t>
            </a:r>
            <a:r>
              <a:rPr sz="1200" b="1" spc="165" dirty="0">
                <a:latin typeface="Cambria"/>
                <a:cs typeface="Cambria"/>
              </a:rPr>
              <a:t> </a:t>
            </a:r>
            <a:r>
              <a:rPr sz="1200" b="1" spc="55" dirty="0">
                <a:latin typeface="Cambria"/>
                <a:cs typeface="Cambria"/>
              </a:rPr>
              <a:t>Bengaluru</a:t>
            </a:r>
            <a:r>
              <a:rPr sz="1200" b="1" spc="155" dirty="0">
                <a:latin typeface="Cambria"/>
                <a:cs typeface="Cambria"/>
              </a:rPr>
              <a:t> </a:t>
            </a:r>
            <a:r>
              <a:rPr sz="1200" b="1" spc="90" dirty="0">
                <a:latin typeface="Cambria"/>
                <a:cs typeface="Cambria"/>
              </a:rPr>
              <a:t>South</a:t>
            </a:r>
            <a:r>
              <a:rPr sz="1200" b="1" spc="130" dirty="0">
                <a:latin typeface="Cambria"/>
                <a:cs typeface="Cambria"/>
              </a:rPr>
              <a:t> </a:t>
            </a:r>
            <a:r>
              <a:rPr sz="1200" b="1" spc="100" dirty="0">
                <a:latin typeface="Cambria"/>
                <a:cs typeface="Cambria"/>
              </a:rPr>
              <a:t>Dist.,</a:t>
            </a:r>
            <a:r>
              <a:rPr sz="1200" b="1" spc="165" dirty="0">
                <a:latin typeface="Cambria"/>
                <a:cs typeface="Cambria"/>
              </a:rPr>
              <a:t> </a:t>
            </a:r>
            <a:r>
              <a:rPr sz="1200" b="1" spc="70" dirty="0">
                <a:latin typeface="Cambria"/>
                <a:cs typeface="Cambria"/>
              </a:rPr>
              <a:t>Karnataka</a:t>
            </a:r>
            <a:r>
              <a:rPr sz="1200" b="1" spc="175" dirty="0">
                <a:latin typeface="Cambria"/>
                <a:cs typeface="Cambria"/>
              </a:rPr>
              <a:t> </a:t>
            </a:r>
            <a:r>
              <a:rPr sz="1200" b="1" spc="50" dirty="0">
                <a:latin typeface="Cambria"/>
                <a:cs typeface="Cambria"/>
              </a:rPr>
              <a:t>562112</a:t>
            </a:r>
            <a:endParaRPr sz="1200" dirty="0">
              <a:latin typeface="Cambria"/>
              <a:cs typeface="Cambria"/>
            </a:endParaRPr>
          </a:p>
          <a:p>
            <a:pPr marL="2252345" marR="2395220" indent="1560195">
              <a:lnSpc>
                <a:spcPct val="100000"/>
              </a:lnSpc>
              <a:spcBef>
                <a:spcPts val="1055"/>
              </a:spcBef>
            </a:pPr>
            <a:r>
              <a:rPr sz="2000" b="1" spc="165" dirty="0">
                <a:latin typeface="Cambria"/>
                <a:cs typeface="Cambria"/>
              </a:rPr>
              <a:t>DEPARTMENT</a:t>
            </a:r>
            <a:r>
              <a:rPr sz="2000" b="1" spc="254" dirty="0">
                <a:latin typeface="Cambria"/>
                <a:cs typeface="Cambria"/>
              </a:rPr>
              <a:t> </a:t>
            </a:r>
            <a:r>
              <a:rPr sz="2000" b="1" spc="200" dirty="0">
                <a:latin typeface="Cambria"/>
                <a:cs typeface="Cambria"/>
              </a:rPr>
              <a:t>OF </a:t>
            </a:r>
            <a:r>
              <a:rPr lang="en-US" sz="2000" b="1" spc="200" dirty="0">
                <a:latin typeface="Cambria"/>
                <a:cs typeface="Cambria"/>
              </a:rPr>
              <a:t> </a:t>
            </a:r>
            <a:r>
              <a:rPr sz="2000" b="1" spc="195" dirty="0">
                <a:latin typeface="Cambria"/>
                <a:cs typeface="Cambria"/>
              </a:rPr>
              <a:t>COMPUTER</a:t>
            </a:r>
            <a:r>
              <a:rPr sz="2000" b="1" spc="229" dirty="0">
                <a:latin typeface="Cambria"/>
                <a:cs typeface="Cambria"/>
              </a:rPr>
              <a:t> </a:t>
            </a:r>
            <a:r>
              <a:rPr sz="2000" b="1" spc="245" dirty="0">
                <a:latin typeface="Cambria"/>
                <a:cs typeface="Cambria"/>
              </a:rPr>
              <a:t>SCIENCE</a:t>
            </a:r>
            <a:r>
              <a:rPr sz="2000" b="1" spc="215" dirty="0">
                <a:latin typeface="Cambria"/>
                <a:cs typeface="Cambria"/>
              </a:rPr>
              <a:t> </a:t>
            </a:r>
            <a:r>
              <a:rPr sz="2000" b="1" spc="140" dirty="0">
                <a:latin typeface="Cambria"/>
                <a:cs typeface="Cambria"/>
              </a:rPr>
              <a:t>AND</a:t>
            </a:r>
            <a:r>
              <a:rPr sz="2000" b="1" spc="160" dirty="0">
                <a:latin typeface="Cambria"/>
                <a:cs typeface="Cambria"/>
              </a:rPr>
              <a:t> </a:t>
            </a:r>
            <a:r>
              <a:rPr sz="2000" b="1" spc="185" dirty="0">
                <a:latin typeface="Cambria"/>
                <a:cs typeface="Cambria"/>
              </a:rPr>
              <a:t>ENGINEERING</a:t>
            </a:r>
            <a:endParaRPr sz="2000" dirty="0">
              <a:latin typeface="Cambria"/>
              <a:cs typeface="Cambria"/>
            </a:endParaRPr>
          </a:p>
          <a:p>
            <a:pPr marL="1317625">
              <a:lnSpc>
                <a:spcPct val="100000"/>
              </a:lnSpc>
              <a:spcBef>
                <a:spcPts val="10"/>
              </a:spcBef>
            </a:pPr>
            <a:r>
              <a:rPr sz="2000" b="1" spc="130" dirty="0">
                <a:latin typeface="Cambria"/>
                <a:cs typeface="Cambria"/>
              </a:rPr>
              <a:t>(ARTIFICIAL</a:t>
            </a:r>
            <a:r>
              <a:rPr sz="2000" b="1" spc="235" dirty="0">
                <a:latin typeface="Cambria"/>
                <a:cs typeface="Cambria"/>
              </a:rPr>
              <a:t> </a:t>
            </a:r>
            <a:r>
              <a:rPr sz="2000" b="1" spc="185" dirty="0">
                <a:latin typeface="Cambria"/>
                <a:cs typeface="Cambria"/>
              </a:rPr>
              <a:t>INTELLIGENCE</a:t>
            </a:r>
            <a:r>
              <a:rPr sz="2000" b="1" spc="29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AND</a:t>
            </a:r>
            <a:r>
              <a:rPr sz="2000" b="1" spc="250" dirty="0">
                <a:latin typeface="Cambria"/>
                <a:cs typeface="Cambria"/>
              </a:rPr>
              <a:t> </a:t>
            </a:r>
            <a:r>
              <a:rPr sz="2000" b="1" spc="185" dirty="0">
                <a:latin typeface="Cambria"/>
                <a:cs typeface="Cambria"/>
              </a:rPr>
              <a:t>MACHINE</a:t>
            </a:r>
            <a:r>
              <a:rPr sz="2000" b="1" spc="220" dirty="0">
                <a:latin typeface="Cambria"/>
                <a:cs typeface="Cambria"/>
              </a:rPr>
              <a:t> </a:t>
            </a:r>
            <a:r>
              <a:rPr sz="2000" b="1" spc="120" dirty="0">
                <a:latin typeface="Cambria"/>
                <a:cs typeface="Cambria"/>
              </a:rPr>
              <a:t>LEARNING</a:t>
            </a:r>
            <a:r>
              <a:rPr lang="en-IN" sz="2000" b="1" spc="120" dirty="0">
                <a:latin typeface="Cambria"/>
                <a:cs typeface="Cambria"/>
              </a:rPr>
              <a:t>)</a:t>
            </a:r>
            <a:endParaRPr lang="en-IN" sz="2000" dirty="0">
              <a:latin typeface="Cambria"/>
              <a:cs typeface="Cambria"/>
            </a:endParaRPr>
          </a:p>
          <a:p>
            <a:pPr marL="4404360" marR="3341370" indent="-1205230" algn="just">
              <a:lnSpc>
                <a:spcPct val="100000"/>
              </a:lnSpc>
            </a:pPr>
            <a:r>
              <a:rPr lang="en-IN" sz="2000" b="1" spc="114" dirty="0">
                <a:latin typeface="Cambria"/>
                <a:cs typeface="Cambria"/>
              </a:rPr>
              <a:t> Reinforcement-Learning</a:t>
            </a:r>
          </a:p>
          <a:p>
            <a:pPr marL="4404360" marR="3341370" indent="-1205230" algn="just">
              <a:lnSpc>
                <a:spcPct val="100000"/>
              </a:lnSpc>
            </a:pPr>
            <a:r>
              <a:rPr lang="en-IN" sz="2000" b="1" spc="114" dirty="0">
                <a:latin typeface="Cambria"/>
                <a:cs typeface="Cambria"/>
              </a:rPr>
              <a:t>           </a:t>
            </a:r>
            <a:r>
              <a:rPr lang="en-IN" sz="2000" b="1" spc="60" dirty="0">
                <a:latin typeface="Cambria"/>
                <a:cs typeface="Cambria"/>
              </a:rPr>
              <a:t>(23AM3606) </a:t>
            </a:r>
          </a:p>
          <a:p>
            <a:pPr marL="4404360" marR="3341370" indent="-1205230" algn="just">
              <a:lnSpc>
                <a:spcPct val="100000"/>
              </a:lnSpc>
            </a:pPr>
            <a:r>
              <a:rPr lang="en-IN" sz="2000" b="1" spc="60" dirty="0">
                <a:solidFill>
                  <a:srgbClr val="FF0000"/>
                </a:solidFill>
                <a:latin typeface="Cambria"/>
                <a:cs typeface="Cambria"/>
              </a:rPr>
              <a:t>       </a:t>
            </a:r>
            <a:r>
              <a:rPr lang="en-IN" sz="2000" b="1" spc="125" dirty="0">
                <a:solidFill>
                  <a:srgbClr val="FF0000"/>
                </a:solidFill>
                <a:latin typeface="Cambria"/>
                <a:cs typeface="Cambria"/>
              </a:rPr>
              <a:t>Design Document</a:t>
            </a:r>
            <a:endParaRPr lang="en-IN" sz="20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2000" b="1" spc="110" dirty="0">
                <a:latin typeface="Cambria"/>
                <a:cs typeface="Cambria"/>
              </a:rPr>
              <a:t>Title:</a:t>
            </a:r>
            <a:r>
              <a:rPr sz="2000" b="1" spc="240" dirty="0">
                <a:latin typeface="Cambria"/>
                <a:cs typeface="Cambria"/>
              </a:rPr>
              <a:t> </a:t>
            </a:r>
            <a:r>
              <a:rPr sz="2000" b="1" spc="170" dirty="0">
                <a:latin typeface="Cambria"/>
                <a:cs typeface="Cambria"/>
              </a:rPr>
              <a:t>“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Reinforcement</a:t>
            </a:r>
            <a:r>
              <a:rPr lang="en-US" sz="2000" b="1" dirty="0"/>
              <a:t> Learning-Based Portfolio Optimization using Policy Gradient Methods</a:t>
            </a:r>
            <a:r>
              <a:rPr sz="2000" b="1" spc="114" dirty="0">
                <a:latin typeface="Cambria"/>
                <a:cs typeface="Cambria"/>
              </a:rPr>
              <a:t>”</a:t>
            </a:r>
            <a:endParaRPr sz="2000" dirty="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49634" y="4680672"/>
            <a:ext cx="4292731" cy="1085850"/>
            <a:chOff x="3457638" y="4695825"/>
            <a:chExt cx="5810250" cy="1085850"/>
          </a:xfrm>
        </p:grpSpPr>
        <p:sp>
          <p:nvSpPr>
            <p:cNvPr id="9" name="object 9"/>
            <p:cNvSpPr/>
            <p:nvPr/>
          </p:nvSpPr>
          <p:spPr>
            <a:xfrm>
              <a:off x="3462401" y="4700587"/>
              <a:ext cx="5800725" cy="1076325"/>
            </a:xfrm>
            <a:custGeom>
              <a:avLst/>
              <a:gdLst/>
              <a:ahLst/>
              <a:cxnLst/>
              <a:rect l="l" t="t" r="r" b="b"/>
              <a:pathLst>
                <a:path w="5800725" h="1076325">
                  <a:moveTo>
                    <a:pt x="5800725" y="0"/>
                  </a:moveTo>
                  <a:lnTo>
                    <a:pt x="0" y="0"/>
                  </a:lnTo>
                  <a:lnTo>
                    <a:pt x="0" y="1076325"/>
                  </a:lnTo>
                  <a:lnTo>
                    <a:pt x="5800725" y="1076325"/>
                  </a:lnTo>
                  <a:lnTo>
                    <a:pt x="5800725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62401" y="4700587"/>
              <a:ext cx="5800725" cy="1076325"/>
            </a:xfrm>
            <a:custGeom>
              <a:avLst/>
              <a:gdLst/>
              <a:ahLst/>
              <a:cxnLst/>
              <a:rect l="l" t="t" r="r" b="b"/>
              <a:pathLst>
                <a:path w="5800725" h="1076325">
                  <a:moveTo>
                    <a:pt x="0" y="1076325"/>
                  </a:moveTo>
                  <a:lnTo>
                    <a:pt x="5800725" y="1076325"/>
                  </a:lnTo>
                  <a:lnTo>
                    <a:pt x="5800725" y="0"/>
                  </a:lnTo>
                  <a:lnTo>
                    <a:pt x="0" y="0"/>
                  </a:lnTo>
                  <a:lnTo>
                    <a:pt x="0" y="10763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010025" y="4722774"/>
            <a:ext cx="2624455" cy="1208408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114935">
              <a:lnSpc>
                <a:spcPct val="105000"/>
              </a:lnSpc>
              <a:spcBef>
                <a:spcPts val="30"/>
              </a:spcBef>
              <a:tabLst>
                <a:tab pos="897255" algn="l"/>
              </a:tabLst>
            </a:pPr>
            <a:r>
              <a:rPr sz="1550" spc="120" dirty="0">
                <a:solidFill>
                  <a:srgbClr val="FFFFFF"/>
                </a:solidFill>
                <a:latin typeface="Georgia"/>
                <a:cs typeface="Georgia"/>
              </a:rPr>
              <a:t>Tharun</a:t>
            </a:r>
            <a:r>
              <a:rPr sz="155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550" spc="110" dirty="0">
                <a:solidFill>
                  <a:srgbClr val="FFFFFF"/>
                </a:solidFill>
                <a:latin typeface="Georgia"/>
                <a:cs typeface="Georgia"/>
              </a:rPr>
              <a:t>C</a:t>
            </a:r>
            <a:endParaRPr sz="155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897255" algn="l"/>
              </a:tabLst>
            </a:pPr>
            <a:r>
              <a:rPr sz="1550" spc="110" dirty="0">
                <a:solidFill>
                  <a:srgbClr val="FFFFFF"/>
                </a:solidFill>
                <a:latin typeface="Georgia"/>
                <a:cs typeface="Georgia"/>
              </a:rPr>
              <a:t>Rahul</a:t>
            </a:r>
            <a:r>
              <a:rPr sz="1550" spc="2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550" spc="165" dirty="0">
                <a:solidFill>
                  <a:srgbClr val="FFFFFF"/>
                </a:solidFill>
                <a:latin typeface="Georgia"/>
                <a:cs typeface="Georgia"/>
              </a:rPr>
              <a:t>S</a:t>
            </a:r>
            <a:r>
              <a:rPr sz="1550" spc="15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550" spc="100" dirty="0">
                <a:solidFill>
                  <a:srgbClr val="FFFFFF"/>
                </a:solidFill>
                <a:latin typeface="Georgia"/>
                <a:cs typeface="Georgia"/>
              </a:rPr>
              <a:t>Kashyap</a:t>
            </a:r>
            <a:endParaRPr lang="en-US" sz="1550" spc="100" dirty="0">
              <a:solidFill>
                <a:srgbClr val="FFFFFF"/>
              </a:solidFill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897255" algn="l"/>
              </a:tabLst>
            </a:pPr>
            <a:r>
              <a:rPr lang="en-US" sz="1550" spc="100" dirty="0">
                <a:solidFill>
                  <a:srgbClr val="FFFFFF"/>
                </a:solidFill>
                <a:latin typeface="Georgia"/>
                <a:cs typeface="Georgia"/>
              </a:rPr>
              <a:t>Shefali CG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897255" algn="l"/>
              </a:tabLst>
            </a:pPr>
            <a:r>
              <a:rPr lang="en-US" sz="1550" spc="100" dirty="0">
                <a:solidFill>
                  <a:srgbClr val="FFFFFF"/>
                </a:solidFill>
                <a:latin typeface="Georgia"/>
                <a:cs typeface="Georgia"/>
              </a:rPr>
              <a:t>Mekala Krithana</a:t>
            </a:r>
          </a:p>
          <a:p>
            <a:pPr marL="12700">
              <a:lnSpc>
                <a:spcPct val="100000"/>
              </a:lnSpc>
              <a:spcBef>
                <a:spcPts val="20"/>
              </a:spcBef>
              <a:tabLst>
                <a:tab pos="897255" algn="l"/>
              </a:tabLst>
            </a:pPr>
            <a:endParaRPr sz="1550" dirty="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86004" y="4689904"/>
            <a:ext cx="2159926" cy="100905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19685" algn="just">
              <a:lnSpc>
                <a:spcPct val="103600"/>
              </a:lnSpc>
              <a:spcBef>
                <a:spcPts val="55"/>
              </a:spcBef>
            </a:pPr>
            <a:r>
              <a:rPr sz="1550" spc="75" dirty="0">
                <a:solidFill>
                  <a:srgbClr val="FFFFFF"/>
                </a:solidFill>
                <a:latin typeface="Georgia"/>
                <a:cs typeface="Georgia"/>
              </a:rPr>
              <a:t>USN</a:t>
            </a:r>
            <a:r>
              <a:rPr lang="en-US" sz="1550" spc="1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550" spc="80" dirty="0">
                <a:solidFill>
                  <a:srgbClr val="FFFFFF"/>
                </a:solidFill>
                <a:latin typeface="Georgia"/>
                <a:cs typeface="Georgia"/>
              </a:rPr>
              <a:t>ENG23AM0077 </a:t>
            </a:r>
            <a:r>
              <a:rPr lang="en-US" sz="1550" spc="80" dirty="0">
                <a:solidFill>
                  <a:srgbClr val="FFFFFF"/>
                </a:solidFill>
                <a:latin typeface="Georgia"/>
                <a:cs typeface="Georgia"/>
              </a:rPr>
              <a:t>   </a:t>
            </a:r>
            <a:r>
              <a:rPr sz="1550" spc="75" dirty="0">
                <a:solidFill>
                  <a:srgbClr val="FFFFFF"/>
                </a:solidFill>
                <a:latin typeface="Georgia"/>
                <a:cs typeface="Georgia"/>
              </a:rPr>
              <a:t>USN</a:t>
            </a:r>
            <a:r>
              <a:rPr lang="en-US" sz="1550" spc="130" dirty="0">
                <a:solidFill>
                  <a:srgbClr val="FFFFFF"/>
                </a:solidFill>
                <a:latin typeface="Georgia"/>
                <a:cs typeface="Georgia"/>
              </a:rPr>
              <a:t>  </a:t>
            </a:r>
            <a:r>
              <a:rPr sz="1550" spc="114" dirty="0">
                <a:solidFill>
                  <a:srgbClr val="FFFFFF"/>
                </a:solidFill>
                <a:latin typeface="Georgia"/>
                <a:cs typeface="Georgia"/>
              </a:rPr>
              <a:t>ENG23AM0177</a:t>
            </a:r>
            <a:endParaRPr lang="en-US" sz="1550" spc="114" dirty="0">
              <a:solidFill>
                <a:srgbClr val="FFFFFF"/>
              </a:solidFill>
              <a:latin typeface="Georgia"/>
              <a:cs typeface="Georgia"/>
            </a:endParaRPr>
          </a:p>
          <a:p>
            <a:pPr marL="12700" marR="5080" indent="19685" algn="just">
              <a:lnSpc>
                <a:spcPct val="103600"/>
              </a:lnSpc>
              <a:spcBef>
                <a:spcPts val="55"/>
              </a:spcBef>
            </a:pPr>
            <a:r>
              <a:rPr lang="en-IN" sz="1550" spc="114" dirty="0">
                <a:solidFill>
                  <a:srgbClr val="FFFFFF"/>
                </a:solidFill>
                <a:latin typeface="Georgia"/>
                <a:cs typeface="Georgia"/>
              </a:rPr>
              <a:t>USN ENG23AM0276</a:t>
            </a:r>
          </a:p>
          <a:p>
            <a:pPr marL="12700" marR="5080" indent="19685" algn="just">
              <a:lnSpc>
                <a:spcPct val="103600"/>
              </a:lnSpc>
              <a:spcBef>
                <a:spcPts val="55"/>
              </a:spcBef>
            </a:pPr>
            <a:r>
              <a:rPr lang="en-IN" sz="1550" spc="114" dirty="0">
                <a:solidFill>
                  <a:srgbClr val="FFFFFF"/>
                </a:solidFill>
                <a:latin typeface="Georgia"/>
                <a:cs typeface="Georgia"/>
              </a:rPr>
              <a:t>USN ENG23AM0152</a:t>
            </a:r>
            <a:endParaRPr sz="1550" dirty="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00475" y="6251257"/>
            <a:ext cx="48247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latin typeface="Georgia"/>
                <a:cs typeface="Georgia"/>
              </a:rPr>
              <a:t>Academic</a:t>
            </a:r>
            <a:r>
              <a:rPr sz="1800" spc="140" dirty="0">
                <a:latin typeface="Georgia"/>
                <a:cs typeface="Georgia"/>
              </a:rPr>
              <a:t> </a:t>
            </a:r>
            <a:r>
              <a:rPr sz="1800" spc="50" dirty="0">
                <a:latin typeface="Georgia"/>
                <a:cs typeface="Georgia"/>
              </a:rPr>
              <a:t>Year:</a:t>
            </a:r>
            <a:r>
              <a:rPr sz="1800" spc="200" dirty="0">
                <a:latin typeface="Georgia"/>
                <a:cs typeface="Georgia"/>
              </a:rPr>
              <a:t> </a:t>
            </a:r>
            <a:r>
              <a:rPr sz="1800" spc="80" dirty="0">
                <a:latin typeface="Georgia"/>
                <a:cs typeface="Georgia"/>
              </a:rPr>
              <a:t>2025-</a:t>
            </a:r>
            <a:r>
              <a:rPr sz="1800" spc="55" dirty="0">
                <a:latin typeface="Georgia"/>
                <a:cs typeface="Georgia"/>
              </a:rPr>
              <a:t>2026(Even</a:t>
            </a:r>
            <a:r>
              <a:rPr sz="1800" spc="110" dirty="0">
                <a:latin typeface="Georgia"/>
                <a:cs typeface="Georgia"/>
              </a:rPr>
              <a:t> </a:t>
            </a:r>
            <a:r>
              <a:rPr sz="1800" spc="50" dirty="0">
                <a:latin typeface="Georgia"/>
                <a:cs typeface="Georgia"/>
              </a:rPr>
              <a:t>Semester)</a:t>
            </a:r>
            <a:r>
              <a:rPr lang="en-US" sz="1800" spc="50" dirty="0">
                <a:latin typeface="Georgia"/>
                <a:cs typeface="Georgia"/>
              </a:rPr>
              <a:t> </a:t>
            </a:r>
            <a:endParaRPr sz="18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323E2-7456-ADB2-CB3E-E83129B76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735758"/>
            <a:ext cx="11232502" cy="1325563"/>
          </a:xfrm>
        </p:spPr>
        <p:txBody>
          <a:bodyPr/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1. Problem Formulation: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C0865-573F-E679-57EE-466D7DB24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12" y="1688840"/>
            <a:ext cx="10515600" cy="48053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Portfolio optimization is the process of allocating capital across different financial assets to maximize returns while minimizing risk. Traditional approaches such as mean-variance optimization rely on static assumptions and are not capable of adapting to dynamic and uncertain market conditions.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 real-world financial markets: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Asset prices fluctuate continuously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Market conditions are highly volatile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Decision-making must be sequential and adaptive</a:t>
            </a:r>
          </a:p>
          <a:p>
            <a:pPr marL="0" indent="0" algn="just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The problem can be formulated as: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Designing an intelligent system that dynamically allocates portfolio weights over time to maximize cumulative returns while managing risk in a continuously changing environment.</a:t>
            </a:r>
          </a:p>
          <a:p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DA2BB057-ED0D-FBD9-7F8E-41D67F759A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E14D403-8A27-A104-ED27-82DC0554730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10025" y="152400"/>
            <a:ext cx="2352675" cy="71437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2C910000-6615-A483-0C51-985A928D599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2875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F0663073-76C4-71F7-D45F-5CE1A159801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55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E147F-AC27-4965-B438-84CD5719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333634"/>
            <a:ext cx="10515600" cy="1772460"/>
          </a:xfrm>
        </p:spPr>
        <p:txBody>
          <a:bodyPr>
            <a:norm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2. Reinforcement Learning 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8695-FC02-4011-ADBD-C494ACF83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946" y="1598612"/>
            <a:ext cx="10218575" cy="39406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The portfolio optimization problem is modeled as a Reinforcement Learning (RL)  problem:</a:t>
            </a:r>
          </a:p>
          <a:p>
            <a:pPr marL="0" indent="0"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2.1 State (S)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Vector of stock prices at time 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Can include historical prices or indicators</a:t>
            </a:r>
          </a:p>
          <a:p>
            <a:pPr marL="0" indent="0"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2.2 Action (A)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Portfolio allocation weights for each asset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Example: [0.5, 0.3, 0.2]</a:t>
            </a:r>
          </a:p>
          <a:p>
            <a:pPr marL="0" indent="0"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2.3 Reward (R)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Portfolio return based on allocation</a:t>
            </a:r>
          </a:p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Can be defined as:</a:t>
            </a: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Profit</a:t>
            </a:r>
          </a:p>
          <a:p>
            <a:pPr lvl="1"/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Log return</a:t>
            </a:r>
          </a:p>
          <a:p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543F351-E749-90A7-0B9F-8358AEA0CD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FB0EDBEB-8526-BF27-5052-405A71528AD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1437" y="152400"/>
            <a:ext cx="2352675" cy="71437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80CD1B5C-8461-1A8B-79A9-4D5D12949BB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11338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4AAD7EE0-42B7-AD36-A179-8D839FA387A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203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04DC2-1BFA-12F4-0E2F-E741DE627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272" y="1331102"/>
            <a:ext cx="10517157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2.4 Environment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Simulated financial market using historical data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Provides next state and reward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2.5 Policy (π)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 function that maps state to action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Learned using Policy Gradient methods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2.6 Objective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Maximize expected cumulative reward: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Maximize: Expected Return over time</a:t>
            </a:r>
          </a:p>
          <a:p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8628D8D-77AF-C20D-A354-445E280CF31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29EAA1A-EC2C-A3F0-150B-E946BBE177A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1437" y="152400"/>
            <a:ext cx="2352675" cy="71437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98F4B238-DDE4-EC21-5403-A392F315078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11338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3152A62B-4ECE-63E3-3F6E-0841BC6C4A5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6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C0BCE-F3BE-D37B-D6C1-0E0414E3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F4B89-604E-9FDF-7EC1-3AE880B1D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711994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3. Architecture &amp; Pipeline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6DA87-E06C-CCAC-ED5F-4E5E89D4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775" y="1866122"/>
            <a:ext cx="10515600" cy="793162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The system is designed as a pipeline with the following components:</a:t>
            </a:r>
          </a:p>
          <a:p>
            <a:pPr marL="0" indent="0">
              <a:buNone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3.1 Data Collection Layer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Source: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National Stock Exchange (NSE) historical records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Input: Historical stock price data(TCS and Reliance)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Output: Cleaned dataset</a:t>
            </a:r>
          </a:p>
          <a:p>
            <a:pPr marL="0" indent="0">
              <a:buNone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3.2 Environment Layer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Custom Gym environment</a:t>
            </a:r>
          </a:p>
          <a:p>
            <a:pPr marL="0" indent="0"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Defines: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State → stock prices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Action → allocation weights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Reward → portfolio return</a:t>
            </a:r>
          </a:p>
          <a:p>
            <a:pPr marL="0" indent="0">
              <a:buNone/>
            </a:pP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B211917-A000-0FDA-A138-BF4E691113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8FEACB15-FC1F-2C9A-219E-0D735AAD08C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1437" y="152400"/>
            <a:ext cx="2352675" cy="714375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19F8730A-DC36-6068-6F1C-FCBEEF75E9F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  <p:pic>
        <p:nvPicPr>
          <p:cNvPr id="7" name="object 6">
            <a:extLst>
              <a:ext uri="{FF2B5EF4-FFF2-40B4-BE49-F238E27FC236}">
                <a16:creationId xmlns:a16="http://schemas.microsoft.com/office/drawing/2014/main" id="{311779B9-3A65-8946-6DA9-760B85AEDD0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11338" y="85725"/>
            <a:ext cx="11715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95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62831-7DA6-3D15-12B6-4713214BE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47" y="100453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3.3 Agent Layer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RL agent using PPO algorithm</a:t>
            </a:r>
          </a:p>
          <a:p>
            <a:pPr marL="0" indent="0"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Components: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Policy Network (decides action)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Value Network (estimates value function)</a:t>
            </a:r>
          </a:p>
          <a:p>
            <a:pPr marL="0" indent="0">
              <a:buNone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3.4 Training Pipeline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Agent interacts with environment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Learns through trial and error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Updates policy using gradient optimization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b="1" dirty="0">
                <a:latin typeface="Cambria" panose="02040503050406030204" pitchFamily="18" charset="0"/>
                <a:ea typeface="Cambria" panose="02040503050406030204" pitchFamily="18" charset="0"/>
              </a:rPr>
              <a:t>3.5 Evaluation Layer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Compare with baseline strategy</a:t>
            </a:r>
          </a:p>
          <a:p>
            <a:pPr marL="0" indent="0">
              <a:buNone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Metrics: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Portfolio return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2200" dirty="0">
                <a:latin typeface="Cambria" panose="02040503050406030204" pitchFamily="18" charset="0"/>
                <a:ea typeface="Cambria" panose="02040503050406030204" pitchFamily="18" charset="0"/>
              </a:rPr>
              <a:t>Sharpe ratio</a:t>
            </a:r>
          </a:p>
          <a:p>
            <a:endParaRPr lang="en-I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5F43BD2-B648-D0A9-3F42-98333CEF7BB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8B9DB33-B6C9-4B77-A082-9AD926E308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1437" y="152400"/>
            <a:ext cx="2352675" cy="71437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22C06A7B-4E06-7FF2-1B79-BBE2078D6BA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11338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468F8357-E7A4-9D68-E56C-7C73F35E314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775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30BC8-D484-697B-37E4-32B9E2A59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C03A0-72C9-51A4-695C-072DB2370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598" y="667940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4. 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16846-1AB3-AE46-DADF-EB0CDB35CC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70" y="17946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key novelty of this project lies in: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Applying Reinforcement Learning to financial decision-making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Using Policy Gradient methods for continuous portfolio allocation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Moving beyond prediction models to decision-based systems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Dynamic adaptation to changing market conditions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Unlike traditional models: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approach learns from interaction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Continuously improves strategy over time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BAD0877C-06C1-F039-014A-11E1A35F7C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B5385441-A8DB-D192-2640-69B19D1FB75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1437" y="152400"/>
            <a:ext cx="2352675" cy="71437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B9F6D575-6D13-370F-A00C-AF4023DB1EA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11338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9CA094E-EEAD-F373-0EBB-E7BF98AF9E7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46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C2222-82A9-AF83-767B-364CDDDF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D0C8-2FEB-5168-FFEB-002C5C2B9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88" y="557212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5. Ethics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08BE3-3D1B-6E71-AA4A-F4339F8A2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819" y="159867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The use of AI in financial systems introduces ethical considerations:</a:t>
            </a: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5.1 Fairness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Model decisions should not favor specific assets unfairly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Avoid biased data sources</a:t>
            </a: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5.2 Transparency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Decision-making process should be explainable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Users should understand how allocations are made</a:t>
            </a: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5.3 Risk Awareness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Financial models can lead to losses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System should not encourage high-risk behavior</a:t>
            </a:r>
          </a:p>
          <a:p>
            <a:pPr marL="0" indent="0"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5.4 Responsible Use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Not intended for real-world trading without validation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Should be used for educational and research purposes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BAEC549-38C2-3E30-FD6D-F3F9B394D6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F483862-3B8C-88E8-BAB5-76B3B0EAAAF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1437" y="152400"/>
            <a:ext cx="2352675" cy="71437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7E8BF646-8FA3-65E7-D493-7EF4A90D8EF0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11338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5DC7E58D-90C9-D1AC-CBA5-2C2D849A0E8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2700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F2ED8-9F66-8E3B-6C37-BB7FFFA5B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F5E71-ECFC-4CA5-6727-3173F4535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86" y="557212"/>
            <a:ext cx="10515600" cy="1325563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6.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978F6-ADDB-5EB7-0988-537842918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718" y="1871436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This design document outlines a Reinforcement Learning-based approach for portfolio optimization. By framing the problem as a sequential decision-making task, the system leverages Policy Gradient methods to learn optimal investment strategies.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architecture supports scalability, adaptability, and continuous learning, making it a promising approach for modern financial applications.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F00E832-A984-E682-82C8-2629076B7E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" y="152400"/>
            <a:ext cx="2238375" cy="714375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11CAB5D7-1B0D-B98F-400E-0A0AC284F9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81437" y="152400"/>
            <a:ext cx="2352675" cy="714375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3A3E8825-184D-A737-629E-023A02E40B4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11338" y="85725"/>
            <a:ext cx="1171575" cy="838200"/>
          </a:xfrm>
          <a:prstGeom prst="rect">
            <a:avLst/>
          </a:prstGeom>
        </p:spPr>
      </p:pic>
      <p:pic>
        <p:nvPicPr>
          <p:cNvPr id="7" name="object 5">
            <a:extLst>
              <a:ext uri="{FF2B5EF4-FFF2-40B4-BE49-F238E27FC236}">
                <a16:creationId xmlns:a16="http://schemas.microsoft.com/office/drawing/2014/main" id="{CDEC4035-A301-48C6-09C3-16A8D8701E0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72850" y="85725"/>
            <a:ext cx="704850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44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608</Words>
  <Application>Microsoft Office PowerPoint</Application>
  <PresentationFormat>Widescreen</PresentationFormat>
  <Paragraphs>102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Georgia</vt:lpstr>
      <vt:lpstr>Wingdings</vt:lpstr>
      <vt:lpstr>Office Theme</vt:lpstr>
      <vt:lpstr>Dayananda Sagar University (DSU) - Main Campus School of Engineering</vt:lpstr>
      <vt:lpstr>1. Problem Formulation:</vt:lpstr>
      <vt:lpstr>2. Reinforcement Learning Framing</vt:lpstr>
      <vt:lpstr>PowerPoint Presentation</vt:lpstr>
      <vt:lpstr>3. Architecture &amp; Pipeline Design</vt:lpstr>
      <vt:lpstr>PowerPoint Presentation</vt:lpstr>
      <vt:lpstr>4. Novelty</vt:lpstr>
      <vt:lpstr>5. Ethics Statement</vt:lpstr>
      <vt:lpstr>6.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S</dc:creator>
  <cp:lastModifiedBy>Rahul S</cp:lastModifiedBy>
  <cp:revision>1</cp:revision>
  <dcterms:created xsi:type="dcterms:W3CDTF">2026-04-18T02:54:52Z</dcterms:created>
  <dcterms:modified xsi:type="dcterms:W3CDTF">2026-04-28T15:51:43Z</dcterms:modified>
</cp:coreProperties>
</file>