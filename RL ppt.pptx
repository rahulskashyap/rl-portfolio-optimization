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2" r:id="rId17"/>
    <p:sldId id="271" r:id="rId18"/>
    <p:sldId id="274" r:id="rId19"/>
    <p:sldId id="276" r:id="rId20"/>
    <p:sldId id="275" r:id="rId21"/>
    <p:sldId id="279" r:id="rId22"/>
    <p:sldId id="277" r:id="rId23"/>
    <p:sldId id="278" r:id="rId24"/>
    <p:sldId id="281" r:id="rId25"/>
    <p:sldId id="28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S" userId="c617f40a7017f57d" providerId="LiveId" clId="{8161AE02-A538-4E94-A7B8-453AC86DCB18}"/>
    <pc:docChg chg="undo custSel addSld delSld modSld sldOrd">
      <pc:chgData name="Rahul S" userId="c617f40a7017f57d" providerId="LiveId" clId="{8161AE02-A538-4E94-A7B8-453AC86DCB18}" dt="2026-04-25T17:22:07.794" v="498" actId="1076"/>
      <pc:docMkLst>
        <pc:docMk/>
      </pc:docMkLst>
      <pc:sldChg chg="modSp mod">
        <pc:chgData name="Rahul S" userId="c617f40a7017f57d" providerId="LiveId" clId="{8161AE02-A538-4E94-A7B8-453AC86DCB18}" dt="2026-04-25T16:45:39.326" v="139" actId="1076"/>
        <pc:sldMkLst>
          <pc:docMk/>
          <pc:sldMk cId="2194296593" sldId="271"/>
        </pc:sldMkLst>
        <pc:spChg chg="mod">
          <ac:chgData name="Rahul S" userId="c617f40a7017f57d" providerId="LiveId" clId="{8161AE02-A538-4E94-A7B8-453AC86DCB18}" dt="2026-04-25T16:44:25.764" v="100" actId="1076"/>
          <ac:spMkLst>
            <pc:docMk/>
            <pc:sldMk cId="2194296593" sldId="271"/>
            <ac:spMk id="2" creationId="{B5E96C0F-A835-A5E1-0042-DA561E666271}"/>
          </ac:spMkLst>
        </pc:spChg>
        <pc:spChg chg="mod">
          <ac:chgData name="Rahul S" userId="c617f40a7017f57d" providerId="LiveId" clId="{8161AE02-A538-4E94-A7B8-453AC86DCB18}" dt="2026-04-25T16:45:25.845" v="135" actId="12"/>
          <ac:spMkLst>
            <pc:docMk/>
            <pc:sldMk cId="2194296593" sldId="271"/>
            <ac:spMk id="3" creationId="{31DC1E63-8997-0D6F-592B-30ACBAAAF8AE}"/>
          </ac:spMkLst>
        </pc:spChg>
        <pc:picChg chg="mod">
          <ac:chgData name="Rahul S" userId="c617f40a7017f57d" providerId="LiveId" clId="{8161AE02-A538-4E94-A7B8-453AC86DCB18}" dt="2026-04-25T16:45:39.326" v="139" actId="1076"/>
          <ac:picMkLst>
            <pc:docMk/>
            <pc:sldMk cId="2194296593" sldId="271"/>
            <ac:picMk id="5" creationId="{0320E4FA-37BC-670D-E4A8-D25A4E8DDB81}"/>
          </ac:picMkLst>
        </pc:picChg>
      </pc:sldChg>
      <pc:sldChg chg="addSp delSp modSp mod">
        <pc:chgData name="Rahul S" userId="c617f40a7017f57d" providerId="LiveId" clId="{8161AE02-A538-4E94-A7B8-453AC86DCB18}" dt="2026-04-25T17:11:30.669" v="335" actId="1076"/>
        <pc:sldMkLst>
          <pc:docMk/>
          <pc:sldMk cId="2750254206" sldId="272"/>
        </pc:sldMkLst>
        <pc:spChg chg="del">
          <ac:chgData name="Rahul S" userId="c617f40a7017f57d" providerId="LiveId" clId="{8161AE02-A538-4E94-A7B8-453AC86DCB18}" dt="2026-04-25T16:39:24.358" v="43" actId="478"/>
          <ac:spMkLst>
            <pc:docMk/>
            <pc:sldMk cId="2750254206" sldId="272"/>
            <ac:spMk id="2" creationId="{0CBCE07D-D20E-1EA3-73CD-93919788942B}"/>
          </ac:spMkLst>
        </pc:spChg>
        <pc:spChg chg="mod">
          <ac:chgData name="Rahul S" userId="c617f40a7017f57d" providerId="LiveId" clId="{8161AE02-A538-4E94-A7B8-453AC86DCB18}" dt="2026-04-25T16:39:44.304" v="50" actId="5793"/>
          <ac:spMkLst>
            <pc:docMk/>
            <pc:sldMk cId="2750254206" sldId="272"/>
            <ac:spMk id="3" creationId="{225DE14B-D4B0-E5AE-F196-D510DDB0DE9E}"/>
          </ac:spMkLst>
        </pc:spChg>
        <pc:spChg chg="add mod">
          <ac:chgData name="Rahul S" userId="c617f40a7017f57d" providerId="LiveId" clId="{8161AE02-A538-4E94-A7B8-453AC86DCB18}" dt="2026-04-25T16:43:23.316" v="96" actId="114"/>
          <ac:spMkLst>
            <pc:docMk/>
            <pc:sldMk cId="2750254206" sldId="272"/>
            <ac:spMk id="12" creationId="{E3488F52-EC39-E175-CE00-FCC8A03062FC}"/>
          </ac:spMkLst>
        </pc:spChg>
        <pc:spChg chg="add del">
          <ac:chgData name="Rahul S" userId="c617f40a7017f57d" providerId="LiveId" clId="{8161AE02-A538-4E94-A7B8-453AC86DCB18}" dt="2026-04-25T16:42:55.570" v="90" actId="478"/>
          <ac:spMkLst>
            <pc:docMk/>
            <pc:sldMk cId="2750254206" sldId="272"/>
            <ac:spMk id="13" creationId="{6C9239F4-DC99-B39C-63E0-216C2D3B8A68}"/>
          </ac:spMkLst>
        </pc:spChg>
        <pc:picChg chg="add mod">
          <ac:chgData name="Rahul S" userId="c617f40a7017f57d" providerId="LiveId" clId="{8161AE02-A538-4E94-A7B8-453AC86DCB18}" dt="2026-04-25T17:11:30.669" v="335" actId="1076"/>
          <ac:picMkLst>
            <pc:docMk/>
            <pc:sldMk cId="2750254206" sldId="272"/>
            <ac:picMk id="9" creationId="{EB4AF0D6-F009-FF38-5085-1774957F9E57}"/>
          </ac:picMkLst>
        </pc:picChg>
        <pc:picChg chg="add del mod modCrop">
          <ac:chgData name="Rahul S" userId="c617f40a7017f57d" providerId="LiveId" clId="{8161AE02-A538-4E94-A7B8-453AC86DCB18}" dt="2026-04-25T17:10:57.182" v="330" actId="478"/>
          <ac:picMkLst>
            <pc:docMk/>
            <pc:sldMk cId="2750254206" sldId="272"/>
            <ac:picMk id="11" creationId="{E73C46A4-640F-2B22-521B-64C2A4A3315B}"/>
          </ac:picMkLst>
        </pc:picChg>
        <pc:picChg chg="add mod">
          <ac:chgData name="Rahul S" userId="c617f40a7017f57d" providerId="LiveId" clId="{8161AE02-A538-4E94-A7B8-453AC86DCB18}" dt="2026-04-25T17:11:29.469" v="334" actId="1076"/>
          <ac:picMkLst>
            <pc:docMk/>
            <pc:sldMk cId="2750254206" sldId="272"/>
            <ac:picMk id="15" creationId="{BD8F92B9-6B78-9D50-4322-AEFAE78E2661}"/>
          </ac:picMkLst>
        </pc:picChg>
      </pc:sldChg>
      <pc:sldChg chg="modSp mod">
        <pc:chgData name="Rahul S" userId="c617f40a7017f57d" providerId="LiveId" clId="{8161AE02-A538-4E94-A7B8-453AC86DCB18}" dt="2026-04-25T16:37:07.411" v="42" actId="1076"/>
        <pc:sldMkLst>
          <pc:docMk/>
          <pc:sldMk cId="2127022615" sldId="273"/>
        </pc:sldMkLst>
        <pc:spChg chg="mod">
          <ac:chgData name="Rahul S" userId="c617f40a7017f57d" providerId="LiveId" clId="{8161AE02-A538-4E94-A7B8-453AC86DCB18}" dt="2026-04-25T16:35:37.124" v="4" actId="1076"/>
          <ac:spMkLst>
            <pc:docMk/>
            <pc:sldMk cId="2127022615" sldId="273"/>
            <ac:spMk id="2" creationId="{AEB17FFF-E243-57C3-E971-8E08D25C0E1D}"/>
          </ac:spMkLst>
        </pc:spChg>
        <pc:spChg chg="mod">
          <ac:chgData name="Rahul S" userId="c617f40a7017f57d" providerId="LiveId" clId="{8161AE02-A538-4E94-A7B8-453AC86DCB18}" dt="2026-04-25T16:37:07.411" v="42" actId="1076"/>
          <ac:spMkLst>
            <pc:docMk/>
            <pc:sldMk cId="2127022615" sldId="273"/>
            <ac:spMk id="3" creationId="{F560A4FB-9C6B-9DDE-2FF8-EB76D6403C6D}"/>
          </ac:spMkLst>
        </pc:spChg>
      </pc:sldChg>
      <pc:sldChg chg="addSp delSp modSp new mod">
        <pc:chgData name="Rahul S" userId="c617f40a7017f57d" providerId="LiveId" clId="{8161AE02-A538-4E94-A7B8-453AC86DCB18}" dt="2026-04-25T17:10:17.042" v="323" actId="1076"/>
        <pc:sldMkLst>
          <pc:docMk/>
          <pc:sldMk cId="2456589743" sldId="274"/>
        </pc:sldMkLst>
        <pc:spChg chg="del">
          <ac:chgData name="Rahul S" userId="c617f40a7017f57d" providerId="LiveId" clId="{8161AE02-A538-4E94-A7B8-453AC86DCB18}" dt="2026-04-25T16:46:01.253" v="145" actId="478"/>
          <ac:spMkLst>
            <pc:docMk/>
            <pc:sldMk cId="2456589743" sldId="274"/>
            <ac:spMk id="2" creationId="{7A954E3B-3212-A765-A5D5-8934F49E24EE}"/>
          </ac:spMkLst>
        </pc:spChg>
        <pc:spChg chg="mod">
          <ac:chgData name="Rahul S" userId="c617f40a7017f57d" providerId="LiveId" clId="{8161AE02-A538-4E94-A7B8-453AC86DCB18}" dt="2026-04-25T16:47:12.890" v="157" actId="1076"/>
          <ac:spMkLst>
            <pc:docMk/>
            <pc:sldMk cId="2456589743" sldId="274"/>
            <ac:spMk id="3" creationId="{DB88C164-0154-0AB4-AD92-CE902DC063A7}"/>
          </ac:spMkLst>
        </pc:spChg>
        <pc:spChg chg="add mod">
          <ac:chgData name="Rahul S" userId="c617f40a7017f57d" providerId="LiveId" clId="{8161AE02-A538-4E94-A7B8-453AC86DCB18}" dt="2026-04-25T16:48:12.443" v="186" actId="1076"/>
          <ac:spMkLst>
            <pc:docMk/>
            <pc:sldMk cId="2456589743" sldId="274"/>
            <ac:spMk id="10" creationId="{7C7C01F3-7181-68F1-3019-0D831F57CC40}"/>
          </ac:spMkLst>
        </pc:spChg>
        <pc:spChg chg="add del mod">
          <ac:chgData name="Rahul S" userId="c617f40a7017f57d" providerId="LiveId" clId="{8161AE02-A538-4E94-A7B8-453AC86DCB18}" dt="2026-04-25T17:08:51.818" v="308" actId="478"/>
          <ac:spMkLst>
            <pc:docMk/>
            <pc:sldMk cId="2456589743" sldId="274"/>
            <ac:spMk id="11" creationId="{17487E18-79B6-5687-378A-BF02E24F4CDD}"/>
          </ac:spMkLst>
        </pc:spChg>
        <pc:spChg chg="add mod">
          <ac:chgData name="Rahul S" userId="c617f40a7017f57d" providerId="LiveId" clId="{8161AE02-A538-4E94-A7B8-453AC86DCB18}" dt="2026-04-25T17:10:17.042" v="323" actId="1076"/>
          <ac:spMkLst>
            <pc:docMk/>
            <pc:sldMk cId="2456589743" sldId="274"/>
            <ac:spMk id="12" creationId="{C3A4B6C7-7EA6-F435-C3E7-95DC96C94C6C}"/>
          </ac:spMkLst>
        </pc:spChg>
        <pc:picChg chg="add mod">
          <ac:chgData name="Rahul S" userId="c617f40a7017f57d" providerId="LiveId" clId="{8161AE02-A538-4E94-A7B8-453AC86DCB18}" dt="2026-04-25T16:45:35.575" v="137"/>
          <ac:picMkLst>
            <pc:docMk/>
            <pc:sldMk cId="2456589743" sldId="274"/>
            <ac:picMk id="4" creationId="{9A9C56E4-4C28-59D8-406A-089AD47B84C4}"/>
          </ac:picMkLst>
        </pc:picChg>
        <pc:picChg chg="add mod">
          <ac:chgData name="Rahul S" userId="c617f40a7017f57d" providerId="LiveId" clId="{8161AE02-A538-4E94-A7B8-453AC86DCB18}" dt="2026-04-25T16:45:42.596" v="140"/>
          <ac:picMkLst>
            <pc:docMk/>
            <pc:sldMk cId="2456589743" sldId="274"/>
            <ac:picMk id="5" creationId="{55128B50-F475-C042-3556-E576C0EEA5DD}"/>
          </ac:picMkLst>
        </pc:picChg>
        <pc:picChg chg="add mod">
          <ac:chgData name="Rahul S" userId="c617f40a7017f57d" providerId="LiveId" clId="{8161AE02-A538-4E94-A7B8-453AC86DCB18}" dt="2026-04-25T16:45:46.533" v="141"/>
          <ac:picMkLst>
            <pc:docMk/>
            <pc:sldMk cId="2456589743" sldId="274"/>
            <ac:picMk id="6" creationId="{D61663D3-BC00-BAEC-892D-E340D4118C10}"/>
          </ac:picMkLst>
        </pc:picChg>
        <pc:picChg chg="add mod">
          <ac:chgData name="Rahul S" userId="c617f40a7017f57d" providerId="LiveId" clId="{8161AE02-A538-4E94-A7B8-453AC86DCB18}" dt="2026-04-25T16:45:51.055" v="142"/>
          <ac:picMkLst>
            <pc:docMk/>
            <pc:sldMk cId="2456589743" sldId="274"/>
            <ac:picMk id="7" creationId="{6D8EA9D4-C190-E29D-B87F-8A8180C6949A}"/>
          </ac:picMkLst>
        </pc:picChg>
        <pc:picChg chg="add mod">
          <ac:chgData name="Rahul S" userId="c617f40a7017f57d" providerId="LiveId" clId="{8161AE02-A538-4E94-A7B8-453AC86DCB18}" dt="2026-04-25T16:48:02.331" v="185" actId="1076"/>
          <ac:picMkLst>
            <pc:docMk/>
            <pc:sldMk cId="2456589743" sldId="274"/>
            <ac:picMk id="9" creationId="{10997F06-A0C9-32F2-D6AA-6EB8DFDE29CA}"/>
          </ac:picMkLst>
        </pc:picChg>
      </pc:sldChg>
      <pc:sldChg chg="addSp delSp modSp add mod">
        <pc:chgData name="Rahul S" userId="c617f40a7017f57d" providerId="LiveId" clId="{8161AE02-A538-4E94-A7B8-453AC86DCB18}" dt="2026-04-25T16:51:59.925" v="242" actId="1076"/>
        <pc:sldMkLst>
          <pc:docMk/>
          <pc:sldMk cId="1740474434" sldId="275"/>
        </pc:sldMkLst>
        <pc:spChg chg="del">
          <ac:chgData name="Rahul S" userId="c617f40a7017f57d" providerId="LiveId" clId="{8161AE02-A538-4E94-A7B8-453AC86DCB18}" dt="2026-04-25T16:50:26.891" v="220" actId="478"/>
          <ac:spMkLst>
            <pc:docMk/>
            <pc:sldMk cId="1740474434" sldId="275"/>
            <ac:spMk id="2" creationId="{26BDA942-BA15-E549-F5F2-9DB4845AD7CA}"/>
          </ac:spMkLst>
        </pc:spChg>
        <pc:spChg chg="mod">
          <ac:chgData name="Rahul S" userId="c617f40a7017f57d" providerId="LiveId" clId="{8161AE02-A538-4E94-A7B8-453AC86DCB18}" dt="2026-04-25T16:51:59.925" v="242" actId="1076"/>
          <ac:spMkLst>
            <pc:docMk/>
            <pc:sldMk cId="1740474434" sldId="275"/>
            <ac:spMk id="3" creationId="{B075B20A-982B-052E-3EEC-2241BC3A6AA8}"/>
          </ac:spMkLst>
        </pc:spChg>
        <pc:picChg chg="add mod">
          <ac:chgData name="Rahul S" userId="c617f40a7017f57d" providerId="LiveId" clId="{8161AE02-A538-4E94-A7B8-453AC86DCB18}" dt="2026-04-25T16:51:22.238" v="237"/>
          <ac:picMkLst>
            <pc:docMk/>
            <pc:sldMk cId="1740474434" sldId="275"/>
            <ac:picMk id="8" creationId="{21707A74-DAE6-5B1B-A075-7AA82B608D89}"/>
          </ac:picMkLst>
        </pc:picChg>
      </pc:sldChg>
      <pc:sldChg chg="modSp add mod">
        <pc:chgData name="Rahul S" userId="c617f40a7017f57d" providerId="LiveId" clId="{8161AE02-A538-4E94-A7B8-453AC86DCB18}" dt="2026-04-25T16:51:50.342" v="241" actId="1076"/>
        <pc:sldMkLst>
          <pc:docMk/>
          <pc:sldMk cId="1892675448" sldId="276"/>
        </pc:sldMkLst>
        <pc:spChg chg="mod">
          <ac:chgData name="Rahul S" userId="c617f40a7017f57d" providerId="LiveId" clId="{8161AE02-A538-4E94-A7B8-453AC86DCB18}" dt="2026-04-25T16:49:09.640" v="190" actId="1076"/>
          <ac:spMkLst>
            <pc:docMk/>
            <pc:sldMk cId="1892675448" sldId="276"/>
            <ac:spMk id="2" creationId="{3B43438E-CA25-143D-6D28-54730135083F}"/>
          </ac:spMkLst>
        </pc:spChg>
        <pc:spChg chg="mod">
          <ac:chgData name="Rahul S" userId="c617f40a7017f57d" providerId="LiveId" clId="{8161AE02-A538-4E94-A7B8-453AC86DCB18}" dt="2026-04-25T16:51:50.342" v="241" actId="1076"/>
          <ac:spMkLst>
            <pc:docMk/>
            <pc:sldMk cId="1892675448" sldId="276"/>
            <ac:spMk id="3" creationId="{71888E90-3805-F752-D244-4AC2C1D9530B}"/>
          </ac:spMkLst>
        </pc:spChg>
      </pc:sldChg>
      <pc:sldChg chg="addSp modSp new mod">
        <pc:chgData name="Rahul S" userId="c617f40a7017f57d" providerId="LiveId" clId="{8161AE02-A538-4E94-A7B8-453AC86DCB18}" dt="2026-04-25T17:14:34.051" v="365" actId="1076"/>
        <pc:sldMkLst>
          <pc:docMk/>
          <pc:sldMk cId="450798626" sldId="277"/>
        </pc:sldMkLst>
        <pc:spChg chg="mod">
          <ac:chgData name="Rahul S" userId="c617f40a7017f57d" providerId="LiveId" clId="{8161AE02-A538-4E94-A7B8-453AC86DCB18}" dt="2026-04-25T17:14:25.722" v="363" actId="1076"/>
          <ac:spMkLst>
            <pc:docMk/>
            <pc:sldMk cId="450798626" sldId="277"/>
            <ac:spMk id="2" creationId="{7F8682B8-587D-088D-183D-68B228D06D5C}"/>
          </ac:spMkLst>
        </pc:spChg>
        <pc:spChg chg="mod">
          <ac:chgData name="Rahul S" userId="c617f40a7017f57d" providerId="LiveId" clId="{8161AE02-A538-4E94-A7B8-453AC86DCB18}" dt="2026-04-25T17:14:34.051" v="365" actId="1076"/>
          <ac:spMkLst>
            <pc:docMk/>
            <pc:sldMk cId="450798626" sldId="277"/>
            <ac:spMk id="3" creationId="{9CE73076-8DC8-F1FA-BBEE-32E3169279A6}"/>
          </ac:spMkLst>
        </pc:spChg>
        <pc:picChg chg="add mod">
          <ac:chgData name="Rahul S" userId="c617f40a7017f57d" providerId="LiveId" clId="{8161AE02-A538-4E94-A7B8-453AC86DCB18}" dt="2026-04-25T16:52:08.004" v="244"/>
          <ac:picMkLst>
            <pc:docMk/>
            <pc:sldMk cId="450798626" sldId="277"/>
            <ac:picMk id="4" creationId="{5C0C7332-FAA4-C7F9-92C4-9B29FFE7BF15}"/>
          </ac:picMkLst>
        </pc:picChg>
        <pc:picChg chg="add mod">
          <ac:chgData name="Rahul S" userId="c617f40a7017f57d" providerId="LiveId" clId="{8161AE02-A538-4E94-A7B8-453AC86DCB18}" dt="2026-04-25T16:52:11.371" v="245"/>
          <ac:picMkLst>
            <pc:docMk/>
            <pc:sldMk cId="450798626" sldId="277"/>
            <ac:picMk id="5" creationId="{86CABAFE-8EB4-00C0-FDA6-9578F7C38D70}"/>
          </ac:picMkLst>
        </pc:picChg>
        <pc:picChg chg="add mod">
          <ac:chgData name="Rahul S" userId="c617f40a7017f57d" providerId="LiveId" clId="{8161AE02-A538-4E94-A7B8-453AC86DCB18}" dt="2026-04-25T16:52:15.779" v="246"/>
          <ac:picMkLst>
            <pc:docMk/>
            <pc:sldMk cId="450798626" sldId="277"/>
            <ac:picMk id="6" creationId="{19995CEC-1EC4-D7B9-F571-4130C24EA719}"/>
          </ac:picMkLst>
        </pc:picChg>
        <pc:picChg chg="add mod">
          <ac:chgData name="Rahul S" userId="c617f40a7017f57d" providerId="LiveId" clId="{8161AE02-A538-4E94-A7B8-453AC86DCB18}" dt="2026-04-25T16:52:19.479" v="247"/>
          <ac:picMkLst>
            <pc:docMk/>
            <pc:sldMk cId="450798626" sldId="277"/>
            <ac:picMk id="7" creationId="{CDB3E72E-FF76-5E9D-35CE-3E6B39D21FA0}"/>
          </ac:picMkLst>
        </pc:picChg>
      </pc:sldChg>
      <pc:sldChg chg="addSp modSp new del">
        <pc:chgData name="Rahul S" userId="c617f40a7017f57d" providerId="LiveId" clId="{8161AE02-A538-4E94-A7B8-453AC86DCB18}" dt="2026-04-25T16:51:34.893" v="240" actId="2696"/>
        <pc:sldMkLst>
          <pc:docMk/>
          <pc:sldMk cId="1477548307" sldId="277"/>
        </pc:sldMkLst>
        <pc:picChg chg="add mod">
          <ac:chgData name="Rahul S" userId="c617f40a7017f57d" providerId="LiveId" clId="{8161AE02-A538-4E94-A7B8-453AC86DCB18}" dt="2026-04-25T16:51:15.517" v="235"/>
          <ac:picMkLst>
            <pc:docMk/>
            <pc:sldMk cId="1477548307" sldId="277"/>
            <ac:picMk id="4" creationId="{82CCB5FD-161A-9553-1C21-C4082780310B}"/>
          </ac:picMkLst>
        </pc:picChg>
        <pc:picChg chg="add mod">
          <ac:chgData name="Rahul S" userId="c617f40a7017f57d" providerId="LiveId" clId="{8161AE02-A538-4E94-A7B8-453AC86DCB18}" dt="2026-04-25T16:51:19.124" v="236"/>
          <ac:picMkLst>
            <pc:docMk/>
            <pc:sldMk cId="1477548307" sldId="277"/>
            <ac:picMk id="5" creationId="{4C47808B-8CD8-E968-5112-DDD44836475E}"/>
          </ac:picMkLst>
        </pc:picChg>
        <pc:picChg chg="add mod">
          <ac:chgData name="Rahul S" userId="c617f40a7017f57d" providerId="LiveId" clId="{8161AE02-A538-4E94-A7B8-453AC86DCB18}" dt="2026-04-25T16:51:28.108" v="238"/>
          <ac:picMkLst>
            <pc:docMk/>
            <pc:sldMk cId="1477548307" sldId="277"/>
            <ac:picMk id="6" creationId="{C912F900-87B2-0C19-17BB-C2C01EDC80DB}"/>
          </ac:picMkLst>
        </pc:picChg>
        <pc:picChg chg="add mod">
          <ac:chgData name="Rahul S" userId="c617f40a7017f57d" providerId="LiveId" clId="{8161AE02-A538-4E94-A7B8-453AC86DCB18}" dt="2026-04-25T16:51:32.019" v="239"/>
          <ac:picMkLst>
            <pc:docMk/>
            <pc:sldMk cId="1477548307" sldId="277"/>
            <ac:picMk id="7" creationId="{02EDE38B-8C52-5F6E-3297-F151C2EBAF08}"/>
          </ac:picMkLst>
        </pc:picChg>
      </pc:sldChg>
      <pc:sldChg chg="modSp add mod">
        <pc:chgData name="Rahul S" userId="c617f40a7017f57d" providerId="LiveId" clId="{8161AE02-A538-4E94-A7B8-453AC86DCB18}" dt="2026-04-25T17:16:16.287" v="414" actId="1076"/>
        <pc:sldMkLst>
          <pc:docMk/>
          <pc:sldMk cId="339000461" sldId="278"/>
        </pc:sldMkLst>
        <pc:spChg chg="mod">
          <ac:chgData name="Rahul S" userId="c617f40a7017f57d" providerId="LiveId" clId="{8161AE02-A538-4E94-A7B8-453AC86DCB18}" dt="2026-04-25T17:14:53.039" v="369" actId="1076"/>
          <ac:spMkLst>
            <pc:docMk/>
            <pc:sldMk cId="339000461" sldId="278"/>
            <ac:spMk id="2" creationId="{3BEBBD08-7981-A7D3-F0C7-22BE522EBE7A}"/>
          </ac:spMkLst>
        </pc:spChg>
        <pc:spChg chg="mod">
          <ac:chgData name="Rahul S" userId="c617f40a7017f57d" providerId="LiveId" clId="{8161AE02-A538-4E94-A7B8-453AC86DCB18}" dt="2026-04-25T17:15:55.488" v="409" actId="1076"/>
          <ac:spMkLst>
            <pc:docMk/>
            <pc:sldMk cId="339000461" sldId="278"/>
            <ac:spMk id="3" creationId="{899D5857-AF7D-3879-8CC9-869388672891}"/>
          </ac:spMkLst>
        </pc:spChg>
        <pc:picChg chg="mod">
          <ac:chgData name="Rahul S" userId="c617f40a7017f57d" providerId="LiveId" clId="{8161AE02-A538-4E94-A7B8-453AC86DCB18}" dt="2026-04-25T17:16:16.287" v="414" actId="1076"/>
          <ac:picMkLst>
            <pc:docMk/>
            <pc:sldMk cId="339000461" sldId="278"/>
            <ac:picMk id="6" creationId="{FA3FB906-5B8E-0384-4954-1A4B40D4DE7E}"/>
          </ac:picMkLst>
        </pc:picChg>
      </pc:sldChg>
      <pc:sldChg chg="modSp add mod ord">
        <pc:chgData name="Rahul S" userId="c617f40a7017f57d" providerId="LiveId" clId="{8161AE02-A538-4E94-A7B8-453AC86DCB18}" dt="2026-04-25T16:56:53.091" v="305" actId="1076"/>
        <pc:sldMkLst>
          <pc:docMk/>
          <pc:sldMk cId="3374734749" sldId="279"/>
        </pc:sldMkLst>
        <pc:spChg chg="mod">
          <ac:chgData name="Rahul S" userId="c617f40a7017f57d" providerId="LiveId" clId="{8161AE02-A538-4E94-A7B8-453AC86DCB18}" dt="2026-04-25T16:56:46.843" v="304" actId="1076"/>
          <ac:spMkLst>
            <pc:docMk/>
            <pc:sldMk cId="3374734749" sldId="279"/>
            <ac:spMk id="2" creationId="{FB5A91B2-9D05-E52D-5F36-CCFA423BB25E}"/>
          </ac:spMkLst>
        </pc:spChg>
        <pc:spChg chg="mod">
          <ac:chgData name="Rahul S" userId="c617f40a7017f57d" providerId="LiveId" clId="{8161AE02-A538-4E94-A7B8-453AC86DCB18}" dt="2026-04-25T16:56:53.091" v="305" actId="1076"/>
          <ac:spMkLst>
            <pc:docMk/>
            <pc:sldMk cId="3374734749" sldId="279"/>
            <ac:spMk id="3" creationId="{D85A8716-2210-E596-F4D8-C39CE212C404}"/>
          </ac:spMkLst>
        </pc:spChg>
      </pc:sldChg>
      <pc:sldChg chg="addSp delSp modSp new mod">
        <pc:chgData name="Rahul S" userId="c617f40a7017f57d" providerId="LiveId" clId="{8161AE02-A538-4E94-A7B8-453AC86DCB18}" dt="2026-04-25T17:19:36.361" v="476" actId="1076"/>
        <pc:sldMkLst>
          <pc:docMk/>
          <pc:sldMk cId="328078926" sldId="280"/>
        </pc:sldMkLst>
        <pc:spChg chg="del">
          <ac:chgData name="Rahul S" userId="c617f40a7017f57d" providerId="LiveId" clId="{8161AE02-A538-4E94-A7B8-453AC86DCB18}" dt="2026-04-25T17:18:37.570" v="455" actId="478"/>
          <ac:spMkLst>
            <pc:docMk/>
            <pc:sldMk cId="328078926" sldId="280"/>
            <ac:spMk id="2" creationId="{8A4800DB-51E5-A122-77AA-D4BBB1D853D6}"/>
          </ac:spMkLst>
        </pc:spChg>
        <pc:spChg chg="mod">
          <ac:chgData name="Rahul S" userId="c617f40a7017f57d" providerId="LiveId" clId="{8161AE02-A538-4E94-A7B8-453AC86DCB18}" dt="2026-04-25T17:19:13.301" v="469" actId="1076"/>
          <ac:spMkLst>
            <pc:docMk/>
            <pc:sldMk cId="328078926" sldId="280"/>
            <ac:spMk id="3" creationId="{5A55A48C-0622-8802-A680-4F2FD62AAFA4}"/>
          </ac:spMkLst>
        </pc:spChg>
        <pc:picChg chg="add mod">
          <ac:chgData name="Rahul S" userId="c617f40a7017f57d" providerId="LiveId" clId="{8161AE02-A538-4E94-A7B8-453AC86DCB18}" dt="2026-04-25T17:16:07.395" v="411"/>
          <ac:picMkLst>
            <pc:docMk/>
            <pc:sldMk cId="328078926" sldId="280"/>
            <ac:picMk id="4" creationId="{91D7F7A6-8B27-B79B-687F-0FB11FCC23EA}"/>
          </ac:picMkLst>
        </pc:picChg>
        <pc:picChg chg="add mod">
          <ac:chgData name="Rahul S" userId="c617f40a7017f57d" providerId="LiveId" clId="{8161AE02-A538-4E94-A7B8-453AC86DCB18}" dt="2026-04-25T17:16:12.185" v="412"/>
          <ac:picMkLst>
            <pc:docMk/>
            <pc:sldMk cId="328078926" sldId="280"/>
            <ac:picMk id="5" creationId="{B65A3F13-E1EE-193D-E078-BD18CA5CDBC5}"/>
          </ac:picMkLst>
        </pc:picChg>
        <pc:picChg chg="add mod">
          <ac:chgData name="Rahul S" userId="c617f40a7017f57d" providerId="LiveId" clId="{8161AE02-A538-4E94-A7B8-453AC86DCB18}" dt="2026-04-25T17:19:36.361" v="476" actId="1076"/>
          <ac:picMkLst>
            <pc:docMk/>
            <pc:sldMk cId="328078926" sldId="280"/>
            <ac:picMk id="6" creationId="{DD12B3D5-B9E7-DE83-5879-AF301680D130}"/>
          </ac:picMkLst>
        </pc:picChg>
        <pc:picChg chg="add mod">
          <ac:chgData name="Rahul S" userId="c617f40a7017f57d" providerId="LiveId" clId="{8161AE02-A538-4E94-A7B8-453AC86DCB18}" dt="2026-04-25T17:16:23.915" v="416"/>
          <ac:picMkLst>
            <pc:docMk/>
            <pc:sldMk cId="328078926" sldId="280"/>
            <ac:picMk id="7" creationId="{1B73D147-46A3-C8E2-834B-977BBADB33F5}"/>
          </ac:picMkLst>
        </pc:picChg>
        <pc:picChg chg="add mod">
          <ac:chgData name="Rahul S" userId="c617f40a7017f57d" providerId="LiveId" clId="{8161AE02-A538-4E94-A7B8-453AC86DCB18}" dt="2026-04-25T17:19:21.878" v="472"/>
          <ac:picMkLst>
            <pc:docMk/>
            <pc:sldMk cId="328078926" sldId="280"/>
            <ac:picMk id="8" creationId="{399F7FC8-ED9C-A47D-F029-6DDB7FB53214}"/>
          </ac:picMkLst>
        </pc:picChg>
      </pc:sldChg>
      <pc:sldChg chg="modSp add mod ord">
        <pc:chgData name="Rahul S" userId="c617f40a7017f57d" providerId="LiveId" clId="{8161AE02-A538-4E94-A7B8-453AC86DCB18}" dt="2026-04-25T17:18:30.768" v="454"/>
        <pc:sldMkLst>
          <pc:docMk/>
          <pc:sldMk cId="4259505866" sldId="281"/>
        </pc:sldMkLst>
        <pc:spChg chg="mod">
          <ac:chgData name="Rahul S" userId="c617f40a7017f57d" providerId="LiveId" clId="{8161AE02-A538-4E94-A7B8-453AC86DCB18}" dt="2026-04-25T17:17:32.830" v="421" actId="1076"/>
          <ac:spMkLst>
            <pc:docMk/>
            <pc:sldMk cId="4259505866" sldId="281"/>
            <ac:spMk id="2" creationId="{C06B3D6C-C2B2-358B-C35B-97AF6FAADEF7}"/>
          </ac:spMkLst>
        </pc:spChg>
        <pc:spChg chg="mod">
          <ac:chgData name="Rahul S" userId="c617f40a7017f57d" providerId="LiveId" clId="{8161AE02-A538-4E94-A7B8-453AC86DCB18}" dt="2026-04-25T17:18:26.412" v="450" actId="1076"/>
          <ac:spMkLst>
            <pc:docMk/>
            <pc:sldMk cId="4259505866" sldId="281"/>
            <ac:spMk id="3" creationId="{A4548D26-05FA-8BD2-00F3-874E37B3A99B}"/>
          </ac:spMkLst>
        </pc:spChg>
      </pc:sldChg>
      <pc:sldChg chg="addSp delSp modSp new mod">
        <pc:chgData name="Rahul S" userId="c617f40a7017f57d" providerId="LiveId" clId="{8161AE02-A538-4E94-A7B8-453AC86DCB18}" dt="2026-04-25T17:22:07.794" v="498" actId="1076"/>
        <pc:sldMkLst>
          <pc:docMk/>
          <pc:sldMk cId="2999000475" sldId="282"/>
        </pc:sldMkLst>
        <pc:spChg chg="del">
          <ac:chgData name="Rahul S" userId="c617f40a7017f57d" providerId="LiveId" clId="{8161AE02-A538-4E94-A7B8-453AC86DCB18}" dt="2026-04-25T17:21:28.915" v="483" actId="478"/>
          <ac:spMkLst>
            <pc:docMk/>
            <pc:sldMk cId="2999000475" sldId="282"/>
            <ac:spMk id="2" creationId="{1B03549A-0020-CDA8-5905-9FAF0D4F77DB}"/>
          </ac:spMkLst>
        </pc:spChg>
        <pc:spChg chg="del">
          <ac:chgData name="Rahul S" userId="c617f40a7017f57d" providerId="LiveId" clId="{8161AE02-A538-4E94-A7B8-453AC86DCB18}" dt="2026-04-25T17:21:16.806" v="479" actId="931"/>
          <ac:spMkLst>
            <pc:docMk/>
            <pc:sldMk cId="2999000475" sldId="282"/>
            <ac:spMk id="3" creationId="{08BDEDA1-3198-F936-0EB1-D19216C1B25E}"/>
          </ac:spMkLst>
        </pc:spChg>
        <pc:picChg chg="add del mod">
          <ac:chgData name="Rahul S" userId="c617f40a7017f57d" providerId="LiveId" clId="{8161AE02-A538-4E94-A7B8-453AC86DCB18}" dt="2026-04-25T17:21:45.843" v="490" actId="478"/>
          <ac:picMkLst>
            <pc:docMk/>
            <pc:sldMk cId="2999000475" sldId="282"/>
            <ac:picMk id="4" creationId="{E29A6934-3DAC-3399-3E24-DC1BC8427E5A}"/>
          </ac:picMkLst>
        </pc:picChg>
        <pc:picChg chg="add mod">
          <ac:chgData name="Rahul S" userId="c617f40a7017f57d" providerId="LiveId" clId="{8161AE02-A538-4E94-A7B8-453AC86DCB18}" dt="2026-04-25T17:19:23.508" v="473"/>
          <ac:picMkLst>
            <pc:docMk/>
            <pc:sldMk cId="2999000475" sldId="282"/>
            <ac:picMk id="5" creationId="{06A85246-F80E-067B-BFB1-26EFFF94B6C4}"/>
          </ac:picMkLst>
        </pc:picChg>
        <pc:picChg chg="add del mod">
          <ac:chgData name="Rahul S" userId="c617f40a7017f57d" providerId="LiveId" clId="{8161AE02-A538-4E94-A7B8-453AC86DCB18}" dt="2026-04-25T17:21:47.860" v="491" actId="478"/>
          <ac:picMkLst>
            <pc:docMk/>
            <pc:sldMk cId="2999000475" sldId="282"/>
            <ac:picMk id="6" creationId="{57A9F711-10F0-F3BA-DAA4-D9E7EBABAC25}"/>
          </ac:picMkLst>
        </pc:picChg>
        <pc:picChg chg="add del mod">
          <ac:chgData name="Rahul S" userId="c617f40a7017f57d" providerId="LiveId" clId="{8161AE02-A538-4E94-A7B8-453AC86DCB18}" dt="2026-04-25T17:21:48.786" v="492" actId="478"/>
          <ac:picMkLst>
            <pc:docMk/>
            <pc:sldMk cId="2999000475" sldId="282"/>
            <ac:picMk id="7" creationId="{A3509978-6BB6-05DC-9720-25ED09676093}"/>
          </ac:picMkLst>
        </pc:picChg>
        <pc:picChg chg="add del mod">
          <ac:chgData name="Rahul S" userId="c617f40a7017f57d" providerId="LiveId" clId="{8161AE02-A538-4E94-A7B8-453AC86DCB18}" dt="2026-04-25T17:21:49.489" v="493" actId="478"/>
          <ac:picMkLst>
            <pc:docMk/>
            <pc:sldMk cId="2999000475" sldId="282"/>
            <ac:picMk id="8" creationId="{F9F8D4CE-DD9B-914F-4151-7383555A4555}"/>
          </ac:picMkLst>
        </pc:picChg>
        <pc:picChg chg="add mod ord">
          <ac:chgData name="Rahul S" userId="c617f40a7017f57d" providerId="LiveId" clId="{8161AE02-A538-4E94-A7B8-453AC86DCB18}" dt="2026-04-25T17:22:07.794" v="498" actId="1076"/>
          <ac:picMkLst>
            <pc:docMk/>
            <pc:sldMk cId="2999000475" sldId="282"/>
            <ac:picMk id="10" creationId="{3BCB1385-D5F3-6BF2-56CB-DF246FC143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CD1F-7EE5-552A-FD9D-3FC5193DF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46732-0A7A-1C8C-06C9-D54AABD84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4C44C-D091-088D-3794-B5F089AD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20D51-596D-4F1E-F8E6-D3F9EFF6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D7618-2F3E-21E9-D0C5-16E80C8E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662B-8426-6704-0877-0095F41C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5C4C-1054-F5CA-CBC7-3962D7665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E4355-4D6D-DF9D-3C6F-4A7F49A5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3FC9E-83DB-1360-9B3C-2D9426D6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6E5A2-F433-8E1A-425B-97855113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5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DD28-3235-D615-3620-4C4BD3C4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445BC-B5FE-5677-D925-C3397B74F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42E41-5E0E-143F-E8B7-0D92E077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AE859-D824-8C45-30C1-43E17ADE3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65C9-DEAB-74B8-A4E8-6DDD887B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0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6F67-6573-9765-8246-09925791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ABF2-3F27-B673-3E23-FC8A33A77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9AE92-169D-C2B9-FB8E-8BDD391B2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B90FC-31B9-5D11-9E56-F2A4B207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B75AD-72C0-D8FD-98F5-1D30E69E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C5E39-A9F2-DA06-B3FF-692595891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2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A566-13C3-0D16-5D3F-9534690D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D9115-8ED4-1ACA-C8A1-902C6C153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3446B-942B-51FF-F79D-2DBDD5393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64489-E267-A5C9-3606-ABE2A6BB7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38D77-E9F9-42B7-D4A8-9BB70447E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B042B-FB5E-5EAE-3C7A-A7270113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5E903-C31D-FEA6-4CC5-E2317CFB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F695F-CF30-0CE7-3A78-F224AC1B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AD2F-9DF6-F845-94B4-53AB33A7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F149D-10A2-5019-B30F-CFC879AF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D6206-B6E4-3BA3-76D4-7B60CA5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C03EF-4901-9585-681E-F2833FF4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0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ADF83-6383-8F40-AC09-1DBD96215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8632A-8FE6-5FC5-B9D8-8DCD1CA8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5588C-B8FA-0CCC-FF4A-3958AC40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0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279B-4ADA-1E63-8071-F41CDE74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002F6-5651-AFB3-DE8F-AF2BCC596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490F1-9B63-2912-4FD9-D8CE3D0B0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37EC-0421-4E94-46BE-DFC52B83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79BD4-8930-B87E-100D-083428CA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E202-6D34-A5F9-A3D3-98CF148B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7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1287-2862-AB70-D37A-52080CD9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F3FFD-B115-9A91-F6AF-F958FDC6F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F112C-04EE-DC2E-BA3A-733421EBE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CBEB9-D390-797E-BD76-4AE08E8C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BD754-6F97-0390-117B-F9A6109E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F0DD2-E1A1-2BF9-B8ED-B017E8AA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67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F289-9585-C61E-1CDE-152D8DBB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AE0E6-FF31-7362-1F37-F848B0FB9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55BE1-CCF2-4921-DA13-1DC159C0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AFD21-77A4-5C10-F753-FD570759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2AC5-2C3D-2AF1-539B-E62A1823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61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AEBC0-D346-799F-70FC-AEB88EBAC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16D69-CB14-A780-D157-7216BBDE0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CFA2F-CE6C-6586-BE6E-2D172F12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7860D-CF4C-D31B-766F-6AC7C3D4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BBF6B-08F5-CEDB-5FB6-75357490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09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CD05B-65BF-2493-A49C-5E7E85CC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B5285-4EFB-96DB-1E40-9905B4271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AFE8B-8E94-480D-22F6-9AE8EEDF0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51F-D7D0-42AF-B6E8-C1AEF22F66B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45096-F430-506C-67ED-71D21DF45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B8111-3345-D97C-F151-31498B4A2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4691F-34AC-4380-85F5-26C55EDF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93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21610" y="950531"/>
            <a:ext cx="791400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spc="130" dirty="0">
                <a:solidFill>
                  <a:srgbClr val="4471C4"/>
                </a:solidFill>
              </a:rPr>
              <a:t>Dayananda</a:t>
            </a:r>
            <a:r>
              <a:rPr sz="2400" spc="300" dirty="0">
                <a:solidFill>
                  <a:srgbClr val="4471C4"/>
                </a:solidFill>
              </a:rPr>
              <a:t> </a:t>
            </a:r>
            <a:r>
              <a:rPr sz="2400" spc="130" dirty="0">
                <a:solidFill>
                  <a:srgbClr val="4471C4"/>
                </a:solidFill>
              </a:rPr>
              <a:t>Sagar</a:t>
            </a:r>
            <a:r>
              <a:rPr sz="2400" spc="295" dirty="0">
                <a:solidFill>
                  <a:srgbClr val="4471C4"/>
                </a:solidFill>
              </a:rPr>
              <a:t> </a:t>
            </a:r>
            <a:r>
              <a:rPr sz="2400" spc="130" dirty="0">
                <a:solidFill>
                  <a:srgbClr val="4471C4"/>
                </a:solidFill>
              </a:rPr>
              <a:t>University</a:t>
            </a:r>
            <a:r>
              <a:rPr sz="2400" spc="360" dirty="0">
                <a:solidFill>
                  <a:srgbClr val="4471C4"/>
                </a:solidFill>
              </a:rPr>
              <a:t> </a:t>
            </a:r>
            <a:r>
              <a:rPr sz="2400" dirty="0">
                <a:solidFill>
                  <a:srgbClr val="4471C4"/>
                </a:solidFill>
              </a:rPr>
              <a:t>(DSU)</a:t>
            </a:r>
            <a:r>
              <a:rPr sz="2400" spc="390" dirty="0">
                <a:solidFill>
                  <a:srgbClr val="4471C4"/>
                </a:solidFill>
              </a:rPr>
              <a:t> </a:t>
            </a:r>
            <a:r>
              <a:rPr sz="2400" dirty="0">
                <a:solidFill>
                  <a:srgbClr val="4471C4"/>
                </a:solidFill>
              </a:rPr>
              <a:t>-</a:t>
            </a:r>
            <a:r>
              <a:rPr sz="2400" spc="340" dirty="0">
                <a:solidFill>
                  <a:srgbClr val="4471C4"/>
                </a:solidFill>
              </a:rPr>
              <a:t> </a:t>
            </a:r>
            <a:r>
              <a:rPr sz="2400" spc="145" dirty="0">
                <a:solidFill>
                  <a:srgbClr val="4471C4"/>
                </a:solidFill>
              </a:rPr>
              <a:t>Main</a:t>
            </a:r>
            <a:r>
              <a:rPr sz="2400" spc="365" dirty="0">
                <a:solidFill>
                  <a:srgbClr val="4471C4"/>
                </a:solidFill>
              </a:rPr>
              <a:t> </a:t>
            </a:r>
            <a:r>
              <a:rPr sz="2400" spc="175" dirty="0">
                <a:solidFill>
                  <a:srgbClr val="4471C4"/>
                </a:solidFill>
              </a:rPr>
              <a:t>Campus</a:t>
            </a:r>
            <a:endParaRPr sz="2400" dirty="0"/>
          </a:p>
          <a:p>
            <a:pPr marR="1905" algn="ctr">
              <a:lnSpc>
                <a:spcPts val="2865"/>
              </a:lnSpc>
            </a:pPr>
            <a:r>
              <a:rPr sz="2400" spc="175" dirty="0">
                <a:solidFill>
                  <a:srgbClr val="4471C4"/>
                </a:solidFill>
              </a:rPr>
              <a:t>School</a:t>
            </a:r>
            <a:r>
              <a:rPr sz="2400" spc="310" dirty="0">
                <a:solidFill>
                  <a:srgbClr val="4471C4"/>
                </a:solidFill>
              </a:rPr>
              <a:t> </a:t>
            </a:r>
            <a:r>
              <a:rPr sz="2400" spc="125" dirty="0">
                <a:solidFill>
                  <a:srgbClr val="4471C4"/>
                </a:solidFill>
              </a:rPr>
              <a:t>of</a:t>
            </a:r>
            <a:r>
              <a:rPr sz="2400" spc="290" dirty="0">
                <a:solidFill>
                  <a:srgbClr val="4471C4"/>
                </a:solidFill>
              </a:rPr>
              <a:t> </a:t>
            </a:r>
            <a:r>
              <a:rPr sz="2400" spc="120" dirty="0">
                <a:solidFill>
                  <a:srgbClr val="4471C4"/>
                </a:solidFill>
              </a:rPr>
              <a:t>Engineering</a:t>
            </a:r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1108710" y="1607235"/>
            <a:ext cx="10140315" cy="2686633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200" b="1" spc="60" dirty="0">
                <a:latin typeface="Cambria"/>
                <a:cs typeface="Cambria"/>
              </a:rPr>
              <a:t>Devarakaggalahalli,</a:t>
            </a:r>
            <a:r>
              <a:rPr sz="1200" b="1" spc="165" dirty="0">
                <a:latin typeface="Cambria"/>
                <a:cs typeface="Cambria"/>
              </a:rPr>
              <a:t> </a:t>
            </a:r>
            <a:r>
              <a:rPr sz="1200" b="1" spc="50" dirty="0">
                <a:latin typeface="Cambria"/>
                <a:cs typeface="Cambria"/>
              </a:rPr>
              <a:t>Harohalli</a:t>
            </a:r>
            <a:r>
              <a:rPr sz="1200" b="1" spc="17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Kanakapura</a:t>
            </a:r>
            <a:r>
              <a:rPr sz="1200" b="1" spc="185" dirty="0">
                <a:latin typeface="Cambria"/>
                <a:cs typeface="Cambria"/>
              </a:rPr>
              <a:t> </a:t>
            </a:r>
            <a:r>
              <a:rPr sz="1200" b="1" spc="85" dirty="0">
                <a:latin typeface="Cambria"/>
                <a:cs typeface="Cambria"/>
              </a:rPr>
              <a:t>Road,</a:t>
            </a:r>
            <a:r>
              <a:rPr sz="1200" b="1" spc="165" dirty="0">
                <a:latin typeface="Cambria"/>
                <a:cs typeface="Cambria"/>
              </a:rPr>
              <a:t> </a:t>
            </a:r>
            <a:r>
              <a:rPr sz="1200" b="1" spc="55" dirty="0">
                <a:latin typeface="Cambria"/>
                <a:cs typeface="Cambria"/>
              </a:rPr>
              <a:t>Bengaluru</a:t>
            </a:r>
            <a:r>
              <a:rPr sz="1200" b="1" spc="155" dirty="0">
                <a:latin typeface="Cambria"/>
                <a:cs typeface="Cambria"/>
              </a:rPr>
              <a:t> </a:t>
            </a:r>
            <a:r>
              <a:rPr sz="1200" b="1" spc="90" dirty="0">
                <a:latin typeface="Cambria"/>
                <a:cs typeface="Cambria"/>
              </a:rPr>
              <a:t>South</a:t>
            </a:r>
            <a:r>
              <a:rPr sz="1200" b="1" spc="130" dirty="0">
                <a:latin typeface="Cambria"/>
                <a:cs typeface="Cambria"/>
              </a:rPr>
              <a:t> </a:t>
            </a:r>
            <a:r>
              <a:rPr sz="1200" b="1" spc="100" dirty="0">
                <a:latin typeface="Cambria"/>
                <a:cs typeface="Cambria"/>
              </a:rPr>
              <a:t>Dist.,</a:t>
            </a:r>
            <a:r>
              <a:rPr sz="1200" b="1" spc="165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Karnataka</a:t>
            </a:r>
            <a:r>
              <a:rPr sz="1200" b="1" spc="175" dirty="0">
                <a:latin typeface="Cambria"/>
                <a:cs typeface="Cambria"/>
              </a:rPr>
              <a:t> </a:t>
            </a:r>
            <a:r>
              <a:rPr sz="1200" b="1" spc="50" dirty="0">
                <a:latin typeface="Cambria"/>
                <a:cs typeface="Cambria"/>
              </a:rPr>
              <a:t>562112</a:t>
            </a:r>
            <a:endParaRPr sz="1200" dirty="0">
              <a:latin typeface="Cambria"/>
              <a:cs typeface="Cambria"/>
            </a:endParaRPr>
          </a:p>
          <a:p>
            <a:pPr marL="2252345" marR="2395220" indent="1560195">
              <a:lnSpc>
                <a:spcPct val="100000"/>
              </a:lnSpc>
              <a:spcBef>
                <a:spcPts val="1055"/>
              </a:spcBef>
            </a:pPr>
            <a:r>
              <a:rPr sz="2000" b="1" spc="165" dirty="0">
                <a:latin typeface="Cambria"/>
                <a:cs typeface="Cambria"/>
              </a:rPr>
              <a:t>DEPARTMENT</a:t>
            </a:r>
            <a:r>
              <a:rPr sz="2000" b="1" spc="254" dirty="0">
                <a:latin typeface="Cambria"/>
                <a:cs typeface="Cambria"/>
              </a:rPr>
              <a:t> </a:t>
            </a:r>
            <a:r>
              <a:rPr sz="2000" b="1" spc="200" dirty="0">
                <a:latin typeface="Cambria"/>
                <a:cs typeface="Cambria"/>
              </a:rPr>
              <a:t>OF </a:t>
            </a:r>
            <a:r>
              <a:rPr lang="en-US" sz="2000" b="1" spc="200" dirty="0">
                <a:latin typeface="Cambria"/>
                <a:cs typeface="Cambria"/>
              </a:rPr>
              <a:t> </a:t>
            </a:r>
            <a:r>
              <a:rPr sz="2000" b="1" spc="195" dirty="0">
                <a:latin typeface="Cambria"/>
                <a:cs typeface="Cambria"/>
              </a:rPr>
              <a:t>COMPUTER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245" dirty="0">
                <a:latin typeface="Cambria"/>
                <a:cs typeface="Cambria"/>
              </a:rPr>
              <a:t>SCIENCE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b="1" spc="140" dirty="0">
                <a:latin typeface="Cambria"/>
                <a:cs typeface="Cambria"/>
              </a:rPr>
              <a:t>AND</a:t>
            </a:r>
            <a:r>
              <a:rPr sz="2000" b="1" spc="160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ENGINEERING</a:t>
            </a:r>
            <a:endParaRPr sz="2000" dirty="0">
              <a:latin typeface="Cambria"/>
              <a:cs typeface="Cambria"/>
            </a:endParaRPr>
          </a:p>
          <a:p>
            <a:pPr marL="1317625">
              <a:lnSpc>
                <a:spcPct val="100000"/>
              </a:lnSpc>
              <a:spcBef>
                <a:spcPts val="10"/>
              </a:spcBef>
            </a:pPr>
            <a:r>
              <a:rPr sz="2000" b="1" spc="130" dirty="0">
                <a:latin typeface="Cambria"/>
                <a:cs typeface="Cambria"/>
              </a:rPr>
              <a:t>(ARTIFICIAL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INTELLIGENCE</a:t>
            </a:r>
            <a:r>
              <a:rPr sz="2000" b="1" spc="29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AND</a:t>
            </a:r>
            <a:r>
              <a:rPr sz="2000" b="1" spc="250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MACHINE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LEARNING</a:t>
            </a:r>
            <a:r>
              <a:rPr lang="en-IN" sz="2000" b="1" spc="120" dirty="0">
                <a:latin typeface="Cambria"/>
                <a:cs typeface="Cambria"/>
              </a:rPr>
              <a:t>)</a:t>
            </a:r>
            <a:endParaRPr lang="en-IN" sz="2000" dirty="0">
              <a:latin typeface="Cambria"/>
              <a:cs typeface="Cambria"/>
            </a:endParaRPr>
          </a:p>
          <a:p>
            <a:pPr marL="4404360" marR="3341370" indent="-1205230" algn="just">
              <a:lnSpc>
                <a:spcPct val="100000"/>
              </a:lnSpc>
            </a:pPr>
            <a:r>
              <a:rPr lang="en-IN" sz="2000" b="1" spc="114" dirty="0">
                <a:latin typeface="Cambria"/>
                <a:cs typeface="Cambria"/>
              </a:rPr>
              <a:t> Reinforcement-Learning</a:t>
            </a:r>
          </a:p>
          <a:p>
            <a:pPr marL="4404360" marR="3341370" indent="-1205230" algn="just">
              <a:lnSpc>
                <a:spcPct val="100000"/>
              </a:lnSpc>
            </a:pPr>
            <a:r>
              <a:rPr lang="en-IN" sz="2000" b="1" spc="114" dirty="0">
                <a:latin typeface="Cambria"/>
                <a:cs typeface="Cambria"/>
              </a:rPr>
              <a:t>           </a:t>
            </a:r>
            <a:r>
              <a:rPr lang="en-IN" sz="2000" b="1" spc="60" dirty="0">
                <a:latin typeface="Cambria"/>
                <a:cs typeface="Cambria"/>
              </a:rPr>
              <a:t>(23AM3606) </a:t>
            </a:r>
          </a:p>
          <a:p>
            <a:pPr marL="4404360" marR="3341370" indent="-1205230" algn="just">
              <a:lnSpc>
                <a:spcPct val="100000"/>
              </a:lnSpc>
            </a:pPr>
            <a:r>
              <a:rPr lang="en-IN" sz="2000" b="1" spc="60" dirty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endParaRPr lang="en-US" sz="20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lang="en-US" sz="2000" b="1" spc="110" dirty="0">
                <a:latin typeface="Cambria"/>
                <a:cs typeface="Cambria"/>
              </a:rPr>
              <a:t>Title:</a:t>
            </a:r>
            <a:r>
              <a:rPr lang="en-US" sz="2000" b="1" spc="240" dirty="0">
                <a:latin typeface="Cambria"/>
                <a:cs typeface="Cambria"/>
              </a:rPr>
              <a:t> </a:t>
            </a:r>
            <a:r>
              <a:rPr lang="en-US" sz="2000" b="1" spc="170" dirty="0">
                <a:solidFill>
                  <a:srgbClr val="FF0000"/>
                </a:solidFill>
                <a:latin typeface="Cambria"/>
                <a:cs typeface="Cambria"/>
              </a:rPr>
              <a:t>“</a:t>
            </a:r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Reinforcement</a:t>
            </a:r>
            <a:r>
              <a:rPr lang="en-US" sz="2000" b="1" dirty="0">
                <a:solidFill>
                  <a:srgbClr val="FF0000"/>
                </a:solidFill>
              </a:rPr>
              <a:t> Learning-Based Portfolio Optimization using Policy Gradient Methods</a:t>
            </a:r>
            <a:r>
              <a:rPr lang="en-US" sz="2000" b="1" spc="114" dirty="0">
                <a:solidFill>
                  <a:srgbClr val="FF0000"/>
                </a:solidFill>
                <a:latin typeface="Cambria"/>
                <a:cs typeface="Cambria"/>
              </a:rPr>
              <a:t>”</a:t>
            </a:r>
            <a:endParaRPr lang="en-US" sz="20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49634" y="4680672"/>
            <a:ext cx="4292731" cy="1085850"/>
            <a:chOff x="3457638" y="4695825"/>
            <a:chExt cx="5810250" cy="1085850"/>
          </a:xfrm>
        </p:grpSpPr>
        <p:sp>
          <p:nvSpPr>
            <p:cNvPr id="9" name="object 9"/>
            <p:cNvSpPr/>
            <p:nvPr/>
          </p:nvSpPr>
          <p:spPr>
            <a:xfrm>
              <a:off x="3462401" y="4700587"/>
              <a:ext cx="5800725" cy="1076325"/>
            </a:xfrm>
            <a:custGeom>
              <a:avLst/>
              <a:gdLst/>
              <a:ahLst/>
              <a:cxnLst/>
              <a:rect l="l" t="t" r="r" b="b"/>
              <a:pathLst>
                <a:path w="5800725" h="1076325">
                  <a:moveTo>
                    <a:pt x="5800725" y="0"/>
                  </a:moveTo>
                  <a:lnTo>
                    <a:pt x="0" y="0"/>
                  </a:lnTo>
                  <a:lnTo>
                    <a:pt x="0" y="1076325"/>
                  </a:lnTo>
                  <a:lnTo>
                    <a:pt x="5800725" y="1076325"/>
                  </a:lnTo>
                  <a:lnTo>
                    <a:pt x="5800725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2401" y="4700587"/>
              <a:ext cx="5800725" cy="1076325"/>
            </a:xfrm>
            <a:custGeom>
              <a:avLst/>
              <a:gdLst/>
              <a:ahLst/>
              <a:cxnLst/>
              <a:rect l="l" t="t" r="r" b="b"/>
              <a:pathLst>
                <a:path w="5800725" h="1076325">
                  <a:moveTo>
                    <a:pt x="0" y="1076325"/>
                  </a:moveTo>
                  <a:lnTo>
                    <a:pt x="5800725" y="1076325"/>
                  </a:lnTo>
                  <a:lnTo>
                    <a:pt x="5800725" y="0"/>
                  </a:lnTo>
                  <a:lnTo>
                    <a:pt x="0" y="0"/>
                  </a:lnTo>
                  <a:lnTo>
                    <a:pt x="0" y="10763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10025" y="4722774"/>
            <a:ext cx="2624455" cy="120840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114935">
              <a:lnSpc>
                <a:spcPct val="105000"/>
              </a:lnSpc>
              <a:spcBef>
                <a:spcPts val="30"/>
              </a:spcBef>
              <a:tabLst>
                <a:tab pos="897255" algn="l"/>
              </a:tabLst>
            </a:pPr>
            <a:r>
              <a:rPr sz="1550" spc="120" dirty="0">
                <a:solidFill>
                  <a:srgbClr val="FFFFFF"/>
                </a:solidFill>
                <a:latin typeface="Georgia"/>
                <a:cs typeface="Georgia"/>
              </a:rPr>
              <a:t>Tharun</a:t>
            </a:r>
            <a:r>
              <a:rPr sz="155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11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5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r>
              <a:rPr sz="1550" spc="110" dirty="0">
                <a:solidFill>
                  <a:srgbClr val="FFFFFF"/>
                </a:solidFill>
                <a:latin typeface="Georgia"/>
                <a:cs typeface="Georgia"/>
              </a:rPr>
              <a:t>Rahul</a:t>
            </a:r>
            <a:r>
              <a:rPr sz="1550" spc="2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165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r>
              <a:rPr sz="155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100" dirty="0">
                <a:solidFill>
                  <a:srgbClr val="FFFFFF"/>
                </a:solidFill>
                <a:latin typeface="Georgia"/>
                <a:cs typeface="Georgia"/>
              </a:rPr>
              <a:t>Kashyap</a:t>
            </a:r>
            <a:endParaRPr lang="en-US" sz="1550" spc="100" dirty="0">
              <a:solidFill>
                <a:srgbClr val="FFFFFF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r>
              <a:rPr lang="en-US" sz="1550" spc="100" dirty="0">
                <a:solidFill>
                  <a:srgbClr val="FFFFFF"/>
                </a:solidFill>
                <a:latin typeface="Georgia"/>
                <a:cs typeface="Georgia"/>
              </a:rPr>
              <a:t>Shefali CG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r>
              <a:rPr lang="en-US" sz="1550" spc="100" dirty="0">
                <a:solidFill>
                  <a:srgbClr val="FFFFFF"/>
                </a:solidFill>
                <a:latin typeface="Georgia"/>
                <a:cs typeface="Georgia"/>
              </a:rPr>
              <a:t>Mekala Krithana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endParaRPr sz="1550" dirty="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6004" y="4689904"/>
            <a:ext cx="2159926" cy="100905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9685" algn="just">
              <a:lnSpc>
                <a:spcPct val="103600"/>
              </a:lnSpc>
              <a:spcBef>
                <a:spcPts val="55"/>
              </a:spcBef>
            </a:pPr>
            <a:r>
              <a:rPr sz="1550" spc="75" dirty="0">
                <a:solidFill>
                  <a:srgbClr val="FFFFFF"/>
                </a:solidFill>
                <a:latin typeface="Georgia"/>
                <a:cs typeface="Georgia"/>
              </a:rPr>
              <a:t>USN</a:t>
            </a:r>
            <a:r>
              <a:rPr lang="en-US" sz="155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80" dirty="0">
                <a:solidFill>
                  <a:srgbClr val="FFFFFF"/>
                </a:solidFill>
                <a:latin typeface="Georgia"/>
                <a:cs typeface="Georgia"/>
              </a:rPr>
              <a:t>ENG23AM0077 </a:t>
            </a:r>
            <a:r>
              <a:rPr lang="en-US" sz="1550" spc="80" dirty="0">
                <a:solidFill>
                  <a:srgbClr val="FFFFFF"/>
                </a:solidFill>
                <a:latin typeface="Georgia"/>
                <a:cs typeface="Georgia"/>
              </a:rPr>
              <a:t>   </a:t>
            </a:r>
            <a:r>
              <a:rPr sz="1550" spc="75" dirty="0">
                <a:solidFill>
                  <a:srgbClr val="FFFFFF"/>
                </a:solidFill>
                <a:latin typeface="Georgia"/>
                <a:cs typeface="Georgia"/>
              </a:rPr>
              <a:t>USN</a:t>
            </a:r>
            <a:r>
              <a:rPr lang="en-US" sz="1550" spc="13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1550" spc="114" dirty="0">
                <a:solidFill>
                  <a:srgbClr val="FFFFFF"/>
                </a:solidFill>
                <a:latin typeface="Georgia"/>
                <a:cs typeface="Georgia"/>
              </a:rPr>
              <a:t>ENG23AM0177</a:t>
            </a:r>
            <a:endParaRPr lang="en-US" sz="1550" spc="114" dirty="0">
              <a:solidFill>
                <a:srgbClr val="FFFFFF"/>
              </a:solidFill>
              <a:latin typeface="Georgia"/>
              <a:cs typeface="Georgia"/>
            </a:endParaRPr>
          </a:p>
          <a:p>
            <a:pPr marL="12700" marR="5080" indent="19685" algn="just">
              <a:lnSpc>
                <a:spcPct val="103600"/>
              </a:lnSpc>
              <a:spcBef>
                <a:spcPts val="55"/>
              </a:spcBef>
            </a:pPr>
            <a:r>
              <a:rPr lang="en-IN" sz="1550" spc="114" dirty="0">
                <a:solidFill>
                  <a:srgbClr val="FFFFFF"/>
                </a:solidFill>
                <a:latin typeface="Georgia"/>
                <a:cs typeface="Georgia"/>
              </a:rPr>
              <a:t>USN ENG23AM0276</a:t>
            </a:r>
          </a:p>
          <a:p>
            <a:pPr marL="12700" marR="5080" indent="19685" algn="just">
              <a:lnSpc>
                <a:spcPct val="103600"/>
              </a:lnSpc>
              <a:spcBef>
                <a:spcPts val="55"/>
              </a:spcBef>
            </a:pPr>
            <a:r>
              <a:rPr lang="en-IN" sz="1550" spc="114" dirty="0">
                <a:solidFill>
                  <a:srgbClr val="FFFFFF"/>
                </a:solidFill>
                <a:latin typeface="Georgia"/>
                <a:cs typeface="Georgia"/>
              </a:rPr>
              <a:t>USN ENG23AM0152</a:t>
            </a:r>
            <a:endParaRPr sz="155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0475" y="6251257"/>
            <a:ext cx="48247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Georgia"/>
                <a:cs typeface="Georgia"/>
              </a:rPr>
              <a:t>Academic</a:t>
            </a:r>
            <a:r>
              <a:rPr sz="1800" spc="140" dirty="0">
                <a:latin typeface="Georgia"/>
                <a:cs typeface="Georgia"/>
              </a:rPr>
              <a:t> </a:t>
            </a:r>
            <a:r>
              <a:rPr sz="1800" spc="50" dirty="0">
                <a:latin typeface="Georgia"/>
                <a:cs typeface="Georgia"/>
              </a:rPr>
              <a:t>Year:</a:t>
            </a:r>
            <a:r>
              <a:rPr sz="1800" spc="200" dirty="0">
                <a:latin typeface="Georgia"/>
                <a:cs typeface="Georgia"/>
              </a:rPr>
              <a:t> </a:t>
            </a:r>
            <a:r>
              <a:rPr sz="1800" spc="80" dirty="0">
                <a:latin typeface="Georgia"/>
                <a:cs typeface="Georgia"/>
              </a:rPr>
              <a:t>2025-</a:t>
            </a:r>
            <a:r>
              <a:rPr sz="1800" spc="55" dirty="0">
                <a:latin typeface="Georgia"/>
                <a:cs typeface="Georgia"/>
              </a:rPr>
              <a:t>2026(Even</a:t>
            </a:r>
            <a:r>
              <a:rPr sz="1800" spc="110" dirty="0">
                <a:latin typeface="Georgia"/>
                <a:cs typeface="Georgia"/>
              </a:rPr>
              <a:t> </a:t>
            </a:r>
            <a:r>
              <a:rPr sz="1800" spc="50" dirty="0">
                <a:latin typeface="Georgia"/>
                <a:cs typeface="Georgia"/>
              </a:rPr>
              <a:t>Semester)</a:t>
            </a:r>
            <a:r>
              <a:rPr lang="en-US" sz="1800" spc="50" dirty="0">
                <a:latin typeface="Georgia"/>
                <a:cs typeface="Georgia"/>
              </a:rPr>
              <a:t> 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65837-A543-A0F2-4262-DAF62B39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677037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Introduction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8BDB43AF-46E2-C26C-ECCC-E45842EFCF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565998E8-11DB-36DC-39BB-BFAEA1C1B3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7B1909DB-7AEF-8A9A-7278-76B19834E78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3EE0881-D724-A052-5A0A-F5D296B2864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0C5C049-B184-50E0-70E2-721223B96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9782" y="1749315"/>
            <a:ext cx="1113919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portfolio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collection of financial assets such as stocks, bonds, and funds.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objective is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maximize returns while minimizing risk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Traditional methods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static and based on assumptions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Financial markets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dynamic and highly volatile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There is a need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adaptive and intelligent decision-making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Reinforcement Learning (RL)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enables learning optimal investment strategies through interaction with data. </a:t>
            </a:r>
          </a:p>
        </p:txBody>
      </p:sp>
    </p:spTree>
    <p:extLst>
      <p:ext uri="{BB962C8B-B14F-4D97-AF65-F5344CB8AC3E}">
        <p14:creationId xmlns:p14="http://schemas.microsoft.com/office/powerpoint/2010/main" val="318663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3134-3539-72CA-D96E-95CD9DBC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D123-F5E8-6E43-C5D6-A1FD31E2E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" y="800100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17CE172-22B2-E33A-D3D3-3E31378B95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5099323F-AE02-84BD-35C4-518C3927FD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F9C5A89-7992-68BC-2249-F17ACB53C02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5740AE20-3EE6-3813-9A59-C02D01DA90F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2E3FF9F-019E-7AC5-384B-CF64F00AA2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76" y="1832762"/>
            <a:ext cx="11963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Financial markets are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highly dynamic and unpredictable.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Investors find it difficult to make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optimal portfolio decisions consistently.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Traditional portfolio optimization methods are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static and lack adaptability.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fail to respond effectively to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market fluctuations and uncertainties.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There is a need for a system that can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learn and adapt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challenge is to develop a model that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maximizes returns while managing risk dynamically. </a:t>
            </a:r>
          </a:p>
        </p:txBody>
      </p:sp>
    </p:spTree>
    <p:extLst>
      <p:ext uri="{BB962C8B-B14F-4D97-AF65-F5344CB8AC3E}">
        <p14:creationId xmlns:p14="http://schemas.microsoft.com/office/powerpoint/2010/main" val="354749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FD94-52ED-DA5E-FD63-6CE1DF08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6C2D-8073-4C3E-8177-01CAF20D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866775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Reinforcement Learning Concept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B21C91D5-D6B0-21F8-981F-309BFB3667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9B3E088C-0C66-8CC3-74D7-3D2441BADA2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5E25171C-4802-7350-D837-3753F5F8DA4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884AC62-8661-6B58-A6B8-485467E1900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A6FF667-1F76-559F-703D-3083FF387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728" y="2096766"/>
            <a:ext cx="115869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Reinforcement Learning (RL) is a machine learning approach where an agent learns by interacting with an environment.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agent takes actions and receives rewards or penalties based on its decisions.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goal is to learn an optimal strategy (policy) that maximizes cumulative reward. </a:t>
            </a:r>
          </a:p>
        </p:txBody>
      </p:sp>
    </p:spTree>
    <p:extLst>
      <p:ext uri="{BB962C8B-B14F-4D97-AF65-F5344CB8AC3E}">
        <p14:creationId xmlns:p14="http://schemas.microsoft.com/office/powerpoint/2010/main" val="168555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AC2B-321E-FE02-7773-FB09EC2C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80A9-AEA1-356B-6ACE-87590C79E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175305"/>
            <a:ext cx="10515600" cy="4507389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Key Components: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State: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Current stock prices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Action: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Portfolio allocation (investment distribution)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Reward: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Profit or return from investment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Agent: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Learning model (PPO)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Environment: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Simulated stock market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AF65639D-BD7B-70AD-6D87-DB01D0F21B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CEB4F14D-4D4E-7F68-A4B1-9F53061004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63B1AC45-FB4A-E8CB-6342-890AA3A80D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9765FDA8-A474-7E69-A481-333E5B3A5DB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9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6046-5B8C-B811-263D-AB3AEDCE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ABEB-BEE2-6302-3B05-3997CD5C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9239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Policy Gradient Theory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005596E-0F18-36FB-367A-2B715BE58F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595C27DB-F3F9-E1E9-AD28-B5B4994B598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3A4EA55-4EFB-2298-B359-9FCAFD6660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929D5EEE-7093-E91D-94B6-9C7103D604F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81704DF-ED19-F2ED-F5E2-B77FEDC420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888" y="1989261"/>
            <a:ext cx="1140485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Policy Gradient methods directly optimize the policy used by the agent.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policy defines the probability of taking an action in a given state.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objective is to maximize expected cumulative reward.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model updates its parameters using gradient ascent.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Unlike value-based methods, policy gradients are suitable for continuous action spaces.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makes them ideal for portfolio allocation problems. </a:t>
            </a:r>
          </a:p>
        </p:txBody>
      </p:sp>
    </p:spTree>
    <p:extLst>
      <p:ext uri="{BB962C8B-B14F-4D97-AF65-F5344CB8AC3E}">
        <p14:creationId xmlns:p14="http://schemas.microsoft.com/office/powerpoint/2010/main" val="219561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43BCD-2255-CAEF-BD2F-3ABE8EAF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5C5F-2540-5F7A-A2E5-D4B1011A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864870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Proximal Policy Optimization Algorithm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37E7FC1-1FDB-08DF-D5BD-3651818702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1E538CE9-413A-9737-5999-7DBA2B328D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771B6B3-14DF-FEB9-A8B0-84A236639CF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73F67E51-55C6-B802-8EC5-7584E92C1C8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2F09FF0-7DF6-CD28-072B-2A1DC03E4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9872" y="2042674"/>
            <a:ext cx="1046793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PPO (Proximal Policy Optimization) is a Policy Gradient-based RL algorithm.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improves learning stability by restricting large policy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Uses a clipping mechanism to prevent drastic changes in policy.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Ensures a balance between exploration and exploitation.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Efficient and widely used for continuous control problems.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Suitable for portfolio optimization tasks. </a:t>
            </a:r>
          </a:p>
        </p:txBody>
      </p:sp>
    </p:spTree>
    <p:extLst>
      <p:ext uri="{BB962C8B-B14F-4D97-AF65-F5344CB8AC3E}">
        <p14:creationId xmlns:p14="http://schemas.microsoft.com/office/powerpoint/2010/main" val="106812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5E50-BC6B-49AE-80E1-2FFEFC89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81" y="561372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Architecture &amp; Pipeline Design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EF9551F-49E9-0ECA-2DEF-EDE40DFFF6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658B9930-CA82-9AE2-46F0-91E27FDEB6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1A652665-E1DA-101F-7434-BED70A84EA0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4700149-DD2E-E0E5-19DD-A6CB5EBEA97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4185D1A-8ED2-A7E6-3F2E-877748CAA5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9681" y="1399572"/>
            <a:ext cx="1087316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system follows a Reinforcement Learning pipeline for portfolio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Input Data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NSE stock prices (RELIANCE, TCS)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Environment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Custom Gym environment simulating stock market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Agent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PPO-based RL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Allocation of funds across assets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Portfolio return based on investment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agent learns by interacting with the environment iteratively </a:t>
            </a:r>
          </a:p>
        </p:txBody>
      </p:sp>
    </p:spTree>
    <p:extLst>
      <p:ext uri="{BB962C8B-B14F-4D97-AF65-F5344CB8AC3E}">
        <p14:creationId xmlns:p14="http://schemas.microsoft.com/office/powerpoint/2010/main" val="63919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C4A4-9E31-81E3-28FE-29573267E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CC2D5608-8E46-B8C1-C652-88C82E577A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1F436E81-EC6B-84E4-730A-C1FC3D8B68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01364D74-A4C1-F656-80BC-66657EC83F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B3E6D06-568C-18CB-9391-D59512356F4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A677518-ADD3-A96A-D2A1-BDF38E46C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5" y="1048491"/>
            <a:ext cx="11387010" cy="548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13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36C82-599D-A08C-389A-FE592C47D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E3A4-96B7-0E2C-887E-5E848E10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91" y="815975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Dataset Description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C232441-802D-0D93-22E3-9CB97FD593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28328C8-0F36-4B20-B664-F77700BBAA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060D6116-CA15-B7D6-B953-B67680699D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95D373BC-E238-8247-5A50-B170F1CAC89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5C82D31-8F4B-0D49-B4A2-962C155BA4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728" y="1597461"/>
            <a:ext cx="764921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Dataset sourced from National Stock Exchange (NSE)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Stocks used: RELIANCE and TCS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Type: Time-series financial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 used: Closing Price (CLOSE)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D8890-3A26-F204-A9C0-63F40E8437DB}"/>
              </a:ext>
            </a:extLst>
          </p:cNvPr>
          <p:cNvSpPr txBox="1"/>
          <p:nvPr/>
        </p:nvSpPr>
        <p:spPr>
          <a:xfrm>
            <a:off x="490728" y="3967877"/>
            <a:ext cx="886358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Acquisition: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Data collected from NSE historical records (CSV format) </a:t>
            </a:r>
          </a:p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Sorted data by date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Removed commas and converted to numeric format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Handled missing values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98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82CC0-9ADC-AD4A-15A3-4CA4938F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291E-BCAF-8FD5-8493-02EA517D3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Dataset Characteristics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Small dataset (limited time steps)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Represents real market price movements</a:t>
            </a: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3DD2676-A8D3-69BD-615B-04C2E83743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4319312-F409-A8D8-B42E-FF7CCF1657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59055D3B-26F5-01C7-1C5A-F3F01BD42FE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223DE5E0-4C08-4E54-CD83-A67A3935F47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9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2D68-576C-1415-FE72-E7BCEBD5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51C3-8F9B-EE4D-F7DE-CF6C44626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557212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3AB69-1A53-98C2-102E-4BA6F80DF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623123"/>
            <a:ext cx="10052304" cy="4475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Collection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NSE stock data for RELIANCE and TCS is used.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Data is loaded from CSV files for analysis.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Data is cleaned by removing unwanted characters and sorting.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Converted into numerical format for model compatibility.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Environment Setup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custom Gym environment simulates the stock market.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defines states, actions, and rewards for the agent. </a:t>
            </a:r>
          </a:p>
          <a:p>
            <a:pPr marL="0" indent="0"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2E5F9E1-915C-F170-9391-49F0E1F591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BCF34948-5310-D25E-0DEC-06FD5740E4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C1CDD616-B69F-E369-D7D2-E4F72B9B4A9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EEC77553-06BD-8909-A974-8661EC42B36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09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59EA-019A-18A2-8FDF-13BCF6CD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81EF9-CF8B-474C-0443-965764FF8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78" y="1185545"/>
            <a:ext cx="11705844" cy="5855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Model Selection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PPO algorithm is used as the RL model.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is suitable for continuous action spaces like portfolio allocation 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Training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RL agent is trained using historical stock data.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learns optimal strategies through reward feedback. 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trained model is evaluated on the dataset.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Performance is observed based on decision outcomes.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8C1D3E4-FE3E-6469-6C5B-07BC3FBA44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A415022E-DB33-FDBA-4170-3AD284132A8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72F87050-45F6-2FD4-2EA3-BFF980C2A8C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3D8A978-D98D-AD1E-C83C-4F44F456505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41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8E48-81FD-6F67-06CF-C1D543BA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9D4EA11D-B723-36BC-DBF2-DF0092B87D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A3650146-41D0-D89E-68C5-9D7571D77D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9A6FF4A4-5FE6-70D0-E06B-925F167B203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F47924B9-6121-BDB3-9966-0BB67DDA5C6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CA8D1F-D86E-2572-DAE9-2EC536F0B9BB}"/>
              </a:ext>
            </a:extLst>
          </p:cNvPr>
          <p:cNvSpPr txBox="1"/>
          <p:nvPr/>
        </p:nvSpPr>
        <p:spPr>
          <a:xfrm>
            <a:off x="539496" y="1158830"/>
            <a:ext cx="11018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Portfolio performance is plotted using graphs.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Helps in understanding growth trends over time.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Metrics like return and Sharpe ratio are calculated.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Used to measure performance and risk efficiency</a:t>
            </a:r>
          </a:p>
        </p:txBody>
      </p:sp>
    </p:spTree>
    <p:extLst>
      <p:ext uri="{BB962C8B-B14F-4D97-AF65-F5344CB8AC3E}">
        <p14:creationId xmlns:p14="http://schemas.microsoft.com/office/powerpoint/2010/main" val="3477717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F226-490A-7CD3-2626-93E828B7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7FFF-E243-57C3-E971-8E08D25C0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04" y="1091437"/>
            <a:ext cx="10515600" cy="300038"/>
          </a:xfrm>
        </p:spPr>
        <p:txBody>
          <a:bodyPr>
            <a:no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Results (Portfolio Performance)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A4FB-9C6B-9DDE-2FF8-EB76D640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12" y="1802448"/>
            <a:ext cx="10515600" cy="46349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Portfolio Growth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graph shows how the portfolio value changes over 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 upward trend indicates profitable investment decisions. </a:t>
            </a: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Model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RL agent improves performance through continuous training.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Rewards increase over time, showing better decision-making. </a:t>
            </a: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Market Behavior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graph reflects real market fluctuations and volatility.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model adapts to changing price patterns dynamically.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125DC58-3180-2078-23AE-6E38AC3867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03B5AE2D-1636-1EB5-2EAE-35ADEF66DE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A5318D0-C1AA-A0FB-1D76-CCD4435AE8E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585FA790-92E0-B02A-3282-ED51521F1CC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22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2553-907E-7CE6-39E5-B1BE3259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DE14B-D4B0-E5AE-F196-D510DDB0D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00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Insight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RL model demonstrates the ability to learn investment strategies.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Results indicate potential for optimized portfolio management.</a:t>
            </a: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5D15A3F-1009-E425-03EF-018B29AC6D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6E6D110B-DDCF-CF4C-D5EC-7CA0A295C1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B144D359-2E2F-BF64-4665-92EC77014A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940B2C74-2460-C3D1-6E2B-0129E11F9A4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AF0D6-F009-FF38-5085-1774957F9E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2545072"/>
            <a:ext cx="5073461" cy="40599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488F52-EC39-E175-CE00-FCC8A03062FC}"/>
              </a:ext>
            </a:extLst>
          </p:cNvPr>
          <p:cNvSpPr txBox="1"/>
          <p:nvPr/>
        </p:nvSpPr>
        <p:spPr>
          <a:xfrm>
            <a:off x="1794469" y="6457224"/>
            <a:ext cx="3484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-&gt;RL Portfolio Growth Graph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8F92B9-6B78-9D50-4322-AEFAE78E26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693" y="2545072"/>
            <a:ext cx="526695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54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EFFA-53AA-E1A7-03B4-203444E7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6C0F-A835-A5E1-0042-DA561E66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504825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Baseline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1E63-8997-0D6F-592B-30ACBAAA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Traditional Strategy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Equal-weight (buy &amp; hold) strategy is used as baseline.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allocates funds equally without adapting to market changes.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RL-Based Strategy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RL agent dynamically adjusts portfolio allocation.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Learns from market behavior to improve decisions over time.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RL model shows better growth compared to baseline.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Adapts to fluctuations and improves returns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FE098072-81E7-0292-144F-DFBCAE4E47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0320E4FA-37BC-670D-E4A8-D25A4E8DDB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266DFEB-A730-EBD9-4B84-B74DAC828E7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9673FDF7-6001-50A4-E172-7AC840B1563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9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8C164-0154-0AB4-AD92-CE902DC06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48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RL provides more flexible and adaptive investment strategy.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Demonstrates advantage over static traditional methods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A9C56E4-4C28-59D8-406A-089AD47B84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55128B50-F475-C042-3556-E576C0EEA5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D61663D3-BC00-BAEC-892D-E340D4118C1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6D8EA9D4-C190-E29D-B87F-8A8180C6949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97F06-A0C9-32F2-D6AA-6EB8DFDE29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820" y="2289668"/>
            <a:ext cx="5352103" cy="4144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7C01F3-7181-68F1-3019-0D831F57CC40}"/>
              </a:ext>
            </a:extLst>
          </p:cNvPr>
          <p:cNvSpPr txBox="1"/>
          <p:nvPr/>
        </p:nvSpPr>
        <p:spPr>
          <a:xfrm>
            <a:off x="4803463" y="6433721"/>
            <a:ext cx="3858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-&gt; RL vs Baseline</a:t>
            </a:r>
            <a:endParaRPr lang="en-IN" sz="16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4B6C7-7EA6-F435-C3E7-95DC96C94C6C}"/>
              </a:ext>
            </a:extLst>
          </p:cNvPr>
          <p:cNvSpPr txBox="1"/>
          <p:nvPr/>
        </p:nvSpPr>
        <p:spPr>
          <a:xfrm>
            <a:off x="8394382" y="5031213"/>
            <a:ext cx="2895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Result:</a:t>
            </a:r>
          </a:p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Annual Return: 2.0136704194333452 Sharpe Ratio: 3.5005599902105264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58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2EBD4-6313-3173-96CA-CD5D806D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438E-CA25-143D-6D28-54730135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681037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Limitations &amp; 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8E90-3805-F752-D244-4AC2C1D9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48" y="170675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Dataset Limitations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dataset used is small and limited in time span.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restricts the model’s ability to generalize well.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Market Volatility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Financial markets are highly unpredictable and noisy.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Sudden changes can affect model performance.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Model Limitations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RL model depends heavily on training data quality.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Overfitting may occur with limited data. 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1BA1519-805B-D931-A075-96165196F3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AAD1418-9CAA-1107-E3AD-14990F647B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A876475-A1D4-AE43-E301-7981357C8E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A9FF6B8-9FEC-320D-E5FB-9A82B9E7DC2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75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0183-12B0-39DA-6E2E-26A140D9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5B20A-982B-052E-3EEC-2241BC3A6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5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 Challenges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 issues (format, missing values).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Errors in column selection and data conversion were faced.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Initial training resulted in negative rewards.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Performance improved gradually after learning iterations.</a:t>
            </a: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A6FBA103-AB0D-26EE-53F8-290CA184AE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AFE52868-E219-4764-E1BE-4578DB3D19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5D2CB13-4D6B-A471-1BEC-5A774F41040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5A4285E9-111A-0D2A-7694-3CF4DE8D3C7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7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9BB8C-2CA3-39AA-4553-C59874F6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91B2-9D05-E52D-5F36-CCFA423B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12" y="548989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A8716-2210-E596-F4D8-C39CE212C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688" y="1632712"/>
            <a:ext cx="11018520" cy="5139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More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Use larger and long-term datasets for better learning.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Helps improve model accuracy and generalization. </a:t>
            </a:r>
          </a:p>
          <a:p>
            <a:pPr marL="0" indent="0"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More Stocks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Include multiple stocks for diversified portfolios.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Improves robustness and real-world applicability.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Advanced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Apply deep RL and hybrid models.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Can improve performance and stability. 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83CDA32C-6655-0B9C-19BA-3A98BCD206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F0D8BB96-0D55-A772-1781-A28E6612C26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F8B1B0C-BB3B-77DE-BB44-E2456C980D7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A339F4A5-1487-5908-A9AB-19339D0136D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4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82B8-587D-088D-183D-68B228D0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411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73076-8DC8-F1FA-BBEE-32E316927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748" y="175247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Goal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Target higher returns compared to traditional strategies.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Aim for efficient risk-adjusted performance.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Financial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Annual return expected to improve over 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Sharpe ratio used to measure risk efficiency. </a:t>
            </a:r>
          </a:p>
          <a:p>
            <a:pPr marL="0" indent="0"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Learning Capability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Model learns optimal allocation strategies.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Adapts to market changes dynamically.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C0C7332-FAA4-C7F9-92C4-9B29FFE7BF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86CABAFE-8EB4-00C0-FDA6-9578F7C38D7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19995CEC-1EC4-D7B9-F571-4130C24EA71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DB3E72E-FF76-5E9D-35CE-3E6B39D21FA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98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7497-C7F1-7B66-6E69-53F91E12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BD08-7981-A7D3-F0C7-22BE522E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Novelty &amp;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5857-AF7D-3879-8CC9-869388672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24" y="1624456"/>
            <a:ext cx="10911840" cy="49317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Novelty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Combines RL with portfolio optimization.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Uses adaptive decision-making instead of static methods.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Ethical Considerations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Model decisions depend on data quality.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Should not be used blindly for financial decisions.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Risk Awareness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Financial markets involve uncertainty and risk.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Proper validation is required before real use</a:t>
            </a: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ABC58C4-D4FD-230F-700B-1758D137B5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9C454041-2833-3FD8-46D3-35733BD9AD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FA3FB906-5B8E-0384-4954-1A4B40D4DE7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04BA17A0-A717-46C6-28B9-665AD32BB66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0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26C6B-0E27-3868-52F8-E5AC0014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3D6C-C2B2-358B-C35B-97AF6FAA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557212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48D26-05FA-8BD2-00F3-874E37B3A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88277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Project Summary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Developed a reinforcement learning model for portfolio optimization.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Used NSE stock data (RELIANCE, TCS) for training and evaluation.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Findings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RL agent successfully learned portfolio allocation strategies.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improved over time based on reward feedback.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Model Effectiveness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Demonstrated ability to adapt to market fluctuations.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Achieved better performance compared to baseline strategy.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8C571C71-84FA-AD71-4AB4-62C0273031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00FFE708-41DD-3720-A5F7-950043F72C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1D1A8AEE-7BFC-FE37-4611-3953928048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498A34A-9C2A-3490-5830-CC22988B376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05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5A48C-0622-8802-A680-4F2FD62AA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487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Financial Insight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Portfolio growth indicates potential for higher returns.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Risk-adjusted performance evaluated using Sharpe ratio.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Overall Contribution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Shows practical application of RL in finance.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Provides a foundation for intelligent investment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1D7F7A6-8B27-B79B-687F-0FB11FCC23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B65A3F13-E1EE-193D-E078-BD18CA5CDB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DD12B3D5-B9E7-DE83-5879-AF301680D13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859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B73D147-46A3-C8E2-834B-977BBADB33F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8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BCB1385-D5F3-6BF2-56CB-DF246FC14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92" y="676656"/>
            <a:ext cx="11513616" cy="56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0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1282</Words>
  <Application>Microsoft Office PowerPoint</Application>
  <PresentationFormat>Widescreen</PresentationFormat>
  <Paragraphs>240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Georgia</vt:lpstr>
      <vt:lpstr>Wingdings</vt:lpstr>
      <vt:lpstr>Office Theme</vt:lpstr>
      <vt:lpstr>Dayananda Sagar University (DSU) - Main Campus School of Engineering</vt:lpstr>
      <vt:lpstr>Introduction</vt:lpstr>
      <vt:lpstr>Problem Statement</vt:lpstr>
      <vt:lpstr>Reinforcement Learning Concept</vt:lpstr>
      <vt:lpstr>PowerPoint Presentation</vt:lpstr>
      <vt:lpstr>Policy Gradient Theory</vt:lpstr>
      <vt:lpstr>Proximal Policy Optimization Algorithm</vt:lpstr>
      <vt:lpstr>Architecture &amp; Pipeline Design</vt:lpstr>
      <vt:lpstr>PowerPoint Presentation</vt:lpstr>
      <vt:lpstr>Dataset Description</vt:lpstr>
      <vt:lpstr>PowerPoint Presentation</vt:lpstr>
      <vt:lpstr>Methodology</vt:lpstr>
      <vt:lpstr>PowerPoint Presentation</vt:lpstr>
      <vt:lpstr>PowerPoint Presentation</vt:lpstr>
      <vt:lpstr>Results (Portfolio Performance)</vt:lpstr>
      <vt:lpstr>PowerPoint Presentation</vt:lpstr>
      <vt:lpstr>Baseline Comparison</vt:lpstr>
      <vt:lpstr>PowerPoint Presentation</vt:lpstr>
      <vt:lpstr>Limitations &amp; Error Analysis</vt:lpstr>
      <vt:lpstr>PowerPoint Presentation</vt:lpstr>
      <vt:lpstr>Future Scope</vt:lpstr>
      <vt:lpstr>Expected Outcome</vt:lpstr>
      <vt:lpstr>Novelty &amp; Ethics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</dc:creator>
  <cp:lastModifiedBy>Rahul S</cp:lastModifiedBy>
  <cp:revision>1</cp:revision>
  <dcterms:created xsi:type="dcterms:W3CDTF">2026-04-25T03:00:09Z</dcterms:created>
  <dcterms:modified xsi:type="dcterms:W3CDTF">2026-04-25T17:22:22Z</dcterms:modified>
</cp:coreProperties>
</file>